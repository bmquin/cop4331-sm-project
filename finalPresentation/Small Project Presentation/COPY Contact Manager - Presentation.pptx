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69" r:id="rId3"/>
    <p:sldId id="260" r:id="rId4"/>
    <p:sldId id="264" r:id="rId5"/>
    <p:sldId id="261" r:id="rId6"/>
    <p:sldId id="270" r:id="rId7"/>
    <p:sldId id="271" r:id="rId8"/>
    <p:sldId id="273" r:id="rId9"/>
    <p:sldId id="284" r:id="rId10"/>
    <p:sldId id="272" r:id="rId11"/>
    <p:sldId id="265" r:id="rId12"/>
    <p:sldId id="262" r:id="rId13"/>
    <p:sldId id="267" r:id="rId14"/>
    <p:sldId id="283" r:id="rId15"/>
    <p:sldId id="282" r:id="rId16"/>
    <p:sldId id="263" r:id="rId17"/>
    <p:sldId id="259" r:id="rId18"/>
    <p:sldId id="275" r:id="rId19"/>
    <p:sldId id="276" r:id="rId20"/>
    <p:sldId id="280" r:id="rId21"/>
    <p:sldId id="277" r:id="rId22"/>
    <p:sldId id="281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7277F3-7956-3743-CF68-ED8CCAB94551}" v="153" dt="2026-02-16T16:15:35.899"/>
    <p1510:client id="{6FF881D4-8857-9A8C-0085-D84F94AB2DBA}" v="1113" dt="2026-02-16T04:35:51.804"/>
    <p1510:client id="{AB004EF3-62C5-4FAC-87F7-B64E95777426}" v="48" dt="2026-02-17T01:37:16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ren Squires" userId="S::da177548@ucf.edu::b38af48f-e8a2-4d83-bd60-572fdba02482" providerId="AD" clId="Web-{CB5D2A9A-7EA1-DEBD-9902-57D7BDC58552}"/>
    <pc:docChg chg="modSld">
      <pc:chgData name="Darren Squires" userId="S::da177548@ucf.edu::b38af48f-e8a2-4d83-bd60-572fdba02482" providerId="AD" clId="Web-{CB5D2A9A-7EA1-DEBD-9902-57D7BDC58552}" dt="2026-02-16T00:51:38.226" v="3" actId="1076"/>
      <pc:docMkLst>
        <pc:docMk/>
      </pc:docMkLst>
      <pc:sldChg chg="modSp">
        <pc:chgData name="Darren Squires" userId="S::da177548@ucf.edu::b38af48f-e8a2-4d83-bd60-572fdba02482" providerId="AD" clId="Web-{CB5D2A9A-7EA1-DEBD-9902-57D7BDC58552}" dt="2026-02-16T00:51:38.226" v="3" actId="1076"/>
        <pc:sldMkLst>
          <pc:docMk/>
          <pc:sldMk cId="2159358062" sldId="256"/>
        </pc:sldMkLst>
        <pc:picChg chg="mod">
          <ac:chgData name="Darren Squires" userId="S::da177548@ucf.edu::b38af48f-e8a2-4d83-bd60-572fdba02482" providerId="AD" clId="Web-{CB5D2A9A-7EA1-DEBD-9902-57D7BDC58552}" dt="2026-02-16T00:51:38.226" v="3" actId="1076"/>
          <ac:picMkLst>
            <pc:docMk/>
            <pc:sldMk cId="2159358062" sldId="256"/>
            <ac:picMk id="19" creationId="{1E97DAE7-42C9-81FC-6E6C-DDD7A7B9DA44}"/>
          </ac:picMkLst>
        </pc:picChg>
      </pc:sldChg>
    </pc:docChg>
  </pc:docChgLst>
  <pc:docChgLst>
    <pc:chgData name="Andrew Reyes" userId="S::an130962@ucf.edu::2674ba22-9864-404e-827e-418f8f1e584b" providerId="AD" clId="Web-{327277F3-7956-3743-CF68-ED8CCAB94551}"/>
    <pc:docChg chg="modSld">
      <pc:chgData name="Andrew Reyes" userId="S::an130962@ucf.edu::2674ba22-9864-404e-827e-418f8f1e584b" providerId="AD" clId="Web-{327277F3-7956-3743-CF68-ED8CCAB94551}" dt="2026-02-16T16:15:35.899" v="85" actId="20577"/>
      <pc:docMkLst>
        <pc:docMk/>
      </pc:docMkLst>
      <pc:sldChg chg="modSp">
        <pc:chgData name="Andrew Reyes" userId="S::an130962@ucf.edu::2674ba22-9864-404e-827e-418f8f1e584b" providerId="AD" clId="Web-{327277F3-7956-3743-CF68-ED8CCAB94551}" dt="2026-02-16T16:15:35.899" v="85" actId="20577"/>
        <pc:sldMkLst>
          <pc:docMk/>
          <pc:sldMk cId="3541749367" sldId="258"/>
        </pc:sldMkLst>
        <pc:spChg chg="mod">
          <ac:chgData name="Andrew Reyes" userId="S::an130962@ucf.edu::2674ba22-9864-404e-827e-418f8f1e584b" providerId="AD" clId="Web-{327277F3-7956-3743-CF68-ED8CCAB94551}" dt="2026-02-16T16:15:35.899" v="85" actId="20577"/>
          <ac:spMkLst>
            <pc:docMk/>
            <pc:sldMk cId="3541749367" sldId="258"/>
            <ac:spMk id="13" creationId="{9BFA7ECE-7E68-6B46-4CB3-D29D5840AD16}"/>
          </ac:spMkLst>
        </pc:spChg>
      </pc:sldChg>
    </pc:docChg>
  </pc:docChgLst>
  <pc:docChgLst>
    <pc:chgData name="Adam Betinsky" userId="a75943b8-0809-43bc-95a8-1784b5373257" providerId="ADAL" clId="{AEE0D662-A4CD-46E0-BC39-5BBAED8C8466}"/>
    <pc:docChg chg="undo custSel addSld delSld modSld sldOrd addMainMaster delMainMaster modMainMaster">
      <pc:chgData name="Adam Betinsky" userId="a75943b8-0809-43bc-95a8-1784b5373257" providerId="ADAL" clId="{AEE0D662-A4CD-46E0-BC39-5BBAED8C8466}" dt="2026-02-17T01:41:19.284" v="989" actId="47"/>
      <pc:docMkLst>
        <pc:docMk/>
      </pc:docMkLst>
      <pc:sldChg chg="addSp delSp modSp del mod setBg modClrScheme setClrOvrMap delDesignElem chgLayout">
        <pc:chgData name="Adam Betinsky" userId="a75943b8-0809-43bc-95a8-1784b5373257" providerId="ADAL" clId="{AEE0D662-A4CD-46E0-BC39-5BBAED8C8466}" dt="2026-02-17T01:08:13.339" v="10" actId="47"/>
        <pc:sldMkLst>
          <pc:docMk/>
          <pc:sldMk cId="2159358062" sldId="256"/>
        </pc:sldMkLst>
        <pc:spChg chg="add del">
          <ac:chgData name="Adam Betinsky" userId="a75943b8-0809-43bc-95a8-1784b5373257" providerId="ADAL" clId="{AEE0D662-A4CD-46E0-BC39-5BBAED8C8466}" dt="2026-02-17T01:07:40.437" v="9"/>
          <ac:spMkLst>
            <pc:docMk/>
            <pc:sldMk cId="2159358062" sldId="256"/>
            <ac:spMk id="18" creationId="{33E93247-6229-44AB-A550-739E971E690B}"/>
          </ac:spMkLst>
        </pc:spChg>
        <pc:spChg chg="add del">
          <ac:chgData name="Adam Betinsky" userId="a75943b8-0809-43bc-95a8-1784b5373257" providerId="ADAL" clId="{AEE0D662-A4CD-46E0-BC39-5BBAED8C8466}" dt="2026-02-17T01:07:40.437" v="9"/>
          <ac:spMkLst>
            <pc:docMk/>
            <pc:sldMk cId="2159358062" sldId="256"/>
            <ac:spMk id="20" creationId="{AAB476BF-4EE2-5243-CABB-6CC72C39BF52}"/>
          </ac:spMkLst>
        </pc:spChg>
        <pc:spChg chg="add del">
          <ac:chgData name="Adam Betinsky" userId="a75943b8-0809-43bc-95a8-1784b5373257" providerId="ADAL" clId="{AEE0D662-A4CD-46E0-BC39-5BBAED8C8466}" dt="2026-02-17T01:07:40.437" v="9"/>
          <ac:spMkLst>
            <pc:docMk/>
            <pc:sldMk cId="2159358062" sldId="256"/>
            <ac:spMk id="21" creationId="{20D28EA4-6F96-F7C6-1D07-5BA5C27387EC}"/>
          </ac:spMkLst>
        </pc:spChg>
        <pc:spChg chg="add del">
          <ac:chgData name="Adam Betinsky" userId="a75943b8-0809-43bc-95a8-1784b5373257" providerId="ADAL" clId="{AEE0D662-A4CD-46E0-BC39-5BBAED8C8466}" dt="2026-02-17T01:07:40.437" v="9"/>
          <ac:spMkLst>
            <pc:docMk/>
            <pc:sldMk cId="2159358062" sldId="256"/>
            <ac:spMk id="22" creationId="{FDFF93C5-0576-D227-80A7-4CFBA8791AE4}"/>
          </ac:spMkLst>
        </pc:spChg>
        <pc:picChg chg="add del">
          <ac:chgData name="Adam Betinsky" userId="a75943b8-0809-43bc-95a8-1784b5373257" providerId="ADAL" clId="{AEE0D662-A4CD-46E0-BC39-5BBAED8C8466}" dt="2026-02-17T01:07:17.030" v="7" actId="478"/>
          <ac:picMkLst>
            <pc:docMk/>
            <pc:sldMk cId="2159358062" sldId="256"/>
            <ac:picMk id="19" creationId="{1E97DAE7-42C9-81FC-6E6C-DDD7A7B9DA44}"/>
          </ac:picMkLst>
        </pc:picChg>
      </pc:sldChg>
      <pc:sldChg chg="addSp delSp modSp new mod setBg">
        <pc:chgData name="Adam Betinsky" userId="a75943b8-0809-43bc-95a8-1784b5373257" providerId="ADAL" clId="{AEE0D662-A4CD-46E0-BC39-5BBAED8C8466}" dt="2026-02-17T01:27:43.264" v="514" actId="207"/>
        <pc:sldMkLst>
          <pc:docMk/>
          <pc:sldMk cId="2496469921" sldId="256"/>
        </pc:sldMkLst>
        <pc:spChg chg="mod ord">
          <ac:chgData name="Adam Betinsky" userId="a75943b8-0809-43bc-95a8-1784b5373257" providerId="ADAL" clId="{AEE0D662-A4CD-46E0-BC39-5BBAED8C8466}" dt="2026-02-17T01:26:54.737" v="490" actId="166"/>
          <ac:spMkLst>
            <pc:docMk/>
            <pc:sldMk cId="2496469921" sldId="256"/>
            <ac:spMk id="2" creationId="{A190A0B5-CA26-F952-7937-44DF4C67BC64}"/>
          </ac:spMkLst>
        </pc:spChg>
        <pc:spChg chg="mod ord">
          <ac:chgData name="Adam Betinsky" userId="a75943b8-0809-43bc-95a8-1784b5373257" providerId="ADAL" clId="{AEE0D662-A4CD-46E0-BC39-5BBAED8C8466}" dt="2026-02-17T01:26:52.653" v="489" actId="166"/>
          <ac:spMkLst>
            <pc:docMk/>
            <pc:sldMk cId="2496469921" sldId="256"/>
            <ac:spMk id="3" creationId="{30EBB778-95C8-1319-CB28-1BC20270BE96}"/>
          </ac:spMkLst>
        </pc:spChg>
        <pc:spChg chg="add mod ord">
          <ac:chgData name="Adam Betinsky" userId="a75943b8-0809-43bc-95a8-1784b5373257" providerId="ADAL" clId="{AEE0D662-A4CD-46E0-BC39-5BBAED8C8466}" dt="2026-02-17T01:27:43.264" v="514" actId="207"/>
          <ac:spMkLst>
            <pc:docMk/>
            <pc:sldMk cId="2496469921" sldId="256"/>
            <ac:spMk id="6" creationId="{49F71F8D-1253-AA47-B494-E9FBF7F356E1}"/>
          </ac:spMkLst>
        </pc:spChg>
        <pc:picChg chg="add del mod">
          <ac:chgData name="Adam Betinsky" userId="a75943b8-0809-43bc-95a8-1784b5373257" providerId="ADAL" clId="{AEE0D662-A4CD-46E0-BC39-5BBAED8C8466}" dt="2026-02-17T01:21:16.645" v="465" actId="478"/>
          <ac:picMkLst>
            <pc:docMk/>
            <pc:sldMk cId="2496469921" sldId="256"/>
            <ac:picMk id="5" creationId="{A4E4EC70-42C0-7A0D-24E1-1AC7319CBC1B}"/>
          </ac:picMkLst>
        </pc:picChg>
      </pc:sldChg>
      <pc:sldChg chg="modSp del">
        <pc:chgData name="Adam Betinsky" userId="a75943b8-0809-43bc-95a8-1784b5373257" providerId="ADAL" clId="{AEE0D662-A4CD-46E0-BC39-5BBAED8C8466}" dt="2026-02-17T01:08:13.339" v="10" actId="47"/>
        <pc:sldMkLst>
          <pc:docMk/>
          <pc:sldMk cId="2277870300" sldId="257"/>
        </pc:sldMkLst>
        <pc:spChg chg="mod">
          <ac:chgData name="Adam Betinsky" userId="a75943b8-0809-43bc-95a8-1784b5373257" providerId="ADAL" clId="{AEE0D662-A4CD-46E0-BC39-5BBAED8C8466}" dt="2026-02-17T01:07:40.437" v="9"/>
          <ac:spMkLst>
            <pc:docMk/>
            <pc:sldMk cId="2277870300" sldId="257"/>
            <ac:spMk id="2" creationId="{F0768296-1979-9E51-5E79-2DD529420BF6}"/>
          </ac:spMkLst>
        </pc:spChg>
        <pc:spChg chg="mod">
          <ac:chgData name="Adam Betinsky" userId="a75943b8-0809-43bc-95a8-1784b5373257" providerId="ADAL" clId="{AEE0D662-A4CD-46E0-BC39-5BBAED8C8466}" dt="2026-02-17T01:07:40.437" v="9"/>
          <ac:spMkLst>
            <pc:docMk/>
            <pc:sldMk cId="2277870300" sldId="257"/>
            <ac:spMk id="3" creationId="{9D33C160-9E49-B48B-9D05-837B9E73F5C6}"/>
          </ac:spMkLst>
        </pc:spChg>
      </pc:sldChg>
      <pc:sldChg chg="add del">
        <pc:chgData name="Adam Betinsky" userId="a75943b8-0809-43bc-95a8-1784b5373257" providerId="ADAL" clId="{AEE0D662-A4CD-46E0-BC39-5BBAED8C8466}" dt="2026-02-17T01:08:29.260" v="15" actId="47"/>
        <pc:sldMkLst>
          <pc:docMk/>
          <pc:sldMk cId="3299948848" sldId="257"/>
        </pc:sldMkLst>
      </pc:sldChg>
      <pc:sldChg chg="del">
        <pc:chgData name="Adam Betinsky" userId="a75943b8-0809-43bc-95a8-1784b5373257" providerId="ADAL" clId="{AEE0D662-A4CD-46E0-BC39-5BBAED8C8466}" dt="2026-02-17T01:08:13.339" v="10" actId="47"/>
        <pc:sldMkLst>
          <pc:docMk/>
          <pc:sldMk cId="3541749367" sldId="258"/>
        </pc:sldMkLst>
      </pc:sldChg>
      <pc:sldChg chg="add del">
        <pc:chgData name="Adam Betinsky" userId="a75943b8-0809-43bc-95a8-1784b5373257" providerId="ADAL" clId="{AEE0D662-A4CD-46E0-BC39-5BBAED8C8466}" dt="2026-02-17T01:08:29.737" v="16" actId="47"/>
        <pc:sldMkLst>
          <pc:docMk/>
          <pc:sldMk cId="3573016722" sldId="258"/>
        </pc:sldMkLst>
      </pc:sldChg>
      <pc:sldChg chg="modSp add mod ord setBg">
        <pc:chgData name="Adam Betinsky" userId="a75943b8-0809-43bc-95a8-1784b5373257" providerId="ADAL" clId="{AEE0D662-A4CD-46E0-BC39-5BBAED8C8466}" dt="2026-02-17T01:37:27.021" v="789"/>
        <pc:sldMkLst>
          <pc:docMk/>
          <pc:sldMk cId="283864354" sldId="259"/>
        </pc:sldMkLst>
        <pc:spChg chg="mod">
          <ac:chgData name="Adam Betinsky" userId="a75943b8-0809-43bc-95a8-1784b5373257" providerId="ADAL" clId="{AEE0D662-A4CD-46E0-BC39-5BBAED8C8466}" dt="2026-02-17T01:09:05.466" v="27" actId="27636"/>
          <ac:spMkLst>
            <pc:docMk/>
            <pc:sldMk cId="283864354" sldId="259"/>
            <ac:spMk id="2" creationId="{288CEC20-819F-13F4-4036-1B55835A54AC}"/>
          </ac:spMkLst>
        </pc:spChg>
        <pc:spChg chg="mod">
          <ac:chgData name="Adam Betinsky" userId="a75943b8-0809-43bc-95a8-1784b5373257" providerId="ADAL" clId="{AEE0D662-A4CD-46E0-BC39-5BBAED8C8466}" dt="2026-02-17T01:09:06.925" v="30" actId="27636"/>
          <ac:spMkLst>
            <pc:docMk/>
            <pc:sldMk cId="283864354" sldId="259"/>
            <ac:spMk id="3" creationId="{B66167B5-E068-E934-292E-9A0165C6F6CB}"/>
          </ac:spMkLst>
        </pc:spChg>
      </pc:sldChg>
      <pc:sldChg chg="modSp new del mod">
        <pc:chgData name="Adam Betinsky" userId="a75943b8-0809-43bc-95a8-1784b5373257" providerId="ADAL" clId="{AEE0D662-A4CD-46E0-BC39-5BBAED8C8466}" dt="2026-02-17T01:11:31.451" v="291" actId="47"/>
        <pc:sldMkLst>
          <pc:docMk/>
          <pc:sldMk cId="3513233603" sldId="260"/>
        </pc:sldMkLst>
        <pc:spChg chg="mod">
          <ac:chgData name="Adam Betinsky" userId="a75943b8-0809-43bc-95a8-1784b5373257" providerId="ADAL" clId="{AEE0D662-A4CD-46E0-BC39-5BBAED8C8466}" dt="2026-02-17T01:11:29.906" v="290" actId="20577"/>
          <ac:spMkLst>
            <pc:docMk/>
            <pc:sldMk cId="3513233603" sldId="260"/>
            <ac:spMk id="2" creationId="{F4E11FB2-3490-0AEB-86BA-F9B6F675D221}"/>
          </ac:spMkLst>
        </pc:spChg>
      </pc:sldChg>
      <pc:sldChg chg="addSp delSp modSp new mod ord setBg">
        <pc:chgData name="Adam Betinsky" userId="a75943b8-0809-43bc-95a8-1784b5373257" providerId="ADAL" clId="{AEE0D662-A4CD-46E0-BC39-5BBAED8C8466}" dt="2026-02-17T01:28:48.625" v="524" actId="478"/>
        <pc:sldMkLst>
          <pc:docMk/>
          <pc:sldMk cId="4162197745" sldId="260"/>
        </pc:sldMkLst>
        <pc:spChg chg="mod">
          <ac:chgData name="Adam Betinsky" userId="a75943b8-0809-43bc-95a8-1784b5373257" providerId="ADAL" clId="{AEE0D662-A4CD-46E0-BC39-5BBAED8C8466}" dt="2026-02-17T01:11:51.238" v="309" actId="1076"/>
          <ac:spMkLst>
            <pc:docMk/>
            <pc:sldMk cId="4162197745" sldId="260"/>
            <ac:spMk id="2" creationId="{51BD2553-D512-3834-46DB-176BB8DE6D1B}"/>
          </ac:spMkLst>
        </pc:spChg>
        <pc:spChg chg="del">
          <ac:chgData name="Adam Betinsky" userId="a75943b8-0809-43bc-95a8-1784b5373257" providerId="ADAL" clId="{AEE0D662-A4CD-46E0-BC39-5BBAED8C8466}" dt="2026-02-17T01:11:54.296" v="310" actId="478"/>
          <ac:spMkLst>
            <pc:docMk/>
            <pc:sldMk cId="4162197745" sldId="260"/>
            <ac:spMk id="3" creationId="{AC077FD0-E77B-011D-D35A-72EA4F70F13C}"/>
          </ac:spMkLst>
        </pc:spChg>
        <pc:picChg chg="add del">
          <ac:chgData name="Adam Betinsky" userId="a75943b8-0809-43bc-95a8-1784b5373257" providerId="ADAL" clId="{AEE0D662-A4CD-46E0-BC39-5BBAED8C8466}" dt="2026-02-17T01:28:48.625" v="524" actId="478"/>
          <ac:picMkLst>
            <pc:docMk/>
            <pc:sldMk cId="4162197745" sldId="260"/>
            <ac:picMk id="3" creationId="{4870C94F-58D5-DD83-74DA-72DF03FC0943}"/>
          </ac:picMkLst>
        </pc:picChg>
      </pc:sldChg>
      <pc:sldChg chg="new del ord">
        <pc:chgData name="Adam Betinsky" userId="a75943b8-0809-43bc-95a8-1784b5373257" providerId="ADAL" clId="{AEE0D662-A4CD-46E0-BC39-5BBAED8C8466}" dt="2026-02-17T01:15:27.546" v="322" actId="47"/>
        <pc:sldMkLst>
          <pc:docMk/>
          <pc:sldMk cId="509220779" sldId="261"/>
        </pc:sldMkLst>
      </pc:sldChg>
      <pc:sldChg chg="modSp add mod setBg">
        <pc:chgData name="Adam Betinsky" userId="a75943b8-0809-43bc-95a8-1784b5373257" providerId="ADAL" clId="{AEE0D662-A4CD-46E0-BC39-5BBAED8C8466}" dt="2026-02-17T01:26:04.916" v="482"/>
        <pc:sldMkLst>
          <pc:docMk/>
          <pc:sldMk cId="964758565" sldId="261"/>
        </pc:sldMkLst>
        <pc:spChg chg="mod">
          <ac:chgData name="Adam Betinsky" userId="a75943b8-0809-43bc-95a8-1784b5373257" providerId="ADAL" clId="{AEE0D662-A4CD-46E0-BC39-5BBAED8C8466}" dt="2026-02-17T01:15:41.907" v="368" actId="20577"/>
          <ac:spMkLst>
            <pc:docMk/>
            <pc:sldMk cId="964758565" sldId="261"/>
            <ac:spMk id="2" creationId="{7E2C49D7-9976-789F-8F95-AB4F76E3F9D5}"/>
          </ac:spMkLst>
        </pc:spChg>
      </pc:sldChg>
      <pc:sldChg chg="new del">
        <pc:chgData name="Adam Betinsky" userId="a75943b8-0809-43bc-95a8-1784b5373257" providerId="ADAL" clId="{AEE0D662-A4CD-46E0-BC39-5BBAED8C8466}" dt="2026-02-17T01:12:12.650" v="316" actId="47"/>
        <pc:sldMkLst>
          <pc:docMk/>
          <pc:sldMk cId="3152024548" sldId="261"/>
        </pc:sldMkLst>
      </pc:sldChg>
      <pc:sldChg chg="addSp modSp add mod setBg modClrScheme chgLayout">
        <pc:chgData name="Adam Betinsky" userId="a75943b8-0809-43bc-95a8-1784b5373257" providerId="ADAL" clId="{AEE0D662-A4CD-46E0-BC39-5BBAED8C8466}" dt="2026-02-17T01:30:13.572" v="581" actId="207"/>
        <pc:sldMkLst>
          <pc:docMk/>
          <pc:sldMk cId="3388478294" sldId="262"/>
        </pc:sldMkLst>
        <pc:spChg chg="mod ord">
          <ac:chgData name="Adam Betinsky" userId="a75943b8-0809-43bc-95a8-1784b5373257" providerId="ADAL" clId="{AEE0D662-A4CD-46E0-BC39-5BBAED8C8466}" dt="2026-02-17T01:30:13.572" v="581" actId="207"/>
          <ac:spMkLst>
            <pc:docMk/>
            <pc:sldMk cId="3388478294" sldId="262"/>
            <ac:spMk id="2" creationId="{355CB24F-585A-F29C-F2BB-3E3C8C0B7BFD}"/>
          </ac:spMkLst>
        </pc:spChg>
        <pc:spChg chg="add mod ord">
          <ac:chgData name="Adam Betinsky" userId="a75943b8-0809-43bc-95a8-1784b5373257" providerId="ADAL" clId="{AEE0D662-A4CD-46E0-BC39-5BBAED8C8466}" dt="2026-02-17T01:29:38.508" v="547" actId="700"/>
          <ac:spMkLst>
            <pc:docMk/>
            <pc:sldMk cId="3388478294" sldId="262"/>
            <ac:spMk id="3" creationId="{8D2BB458-4A6D-25B1-BC99-B7CB2AC706B5}"/>
          </ac:spMkLst>
        </pc:spChg>
      </pc:sldChg>
      <pc:sldChg chg="add del">
        <pc:chgData name="Adam Betinsky" userId="a75943b8-0809-43bc-95a8-1784b5373257" providerId="ADAL" clId="{AEE0D662-A4CD-46E0-BC39-5BBAED8C8466}" dt="2026-02-17T01:15:15.640" v="321" actId="47"/>
        <pc:sldMkLst>
          <pc:docMk/>
          <pc:sldMk cId="3563666577" sldId="262"/>
        </pc:sldMkLst>
      </pc:sldChg>
      <pc:sldChg chg="new del">
        <pc:chgData name="Adam Betinsky" userId="a75943b8-0809-43bc-95a8-1784b5373257" providerId="ADAL" clId="{AEE0D662-A4CD-46E0-BC39-5BBAED8C8466}" dt="2026-02-17T01:12:11.740" v="315" actId="47"/>
        <pc:sldMkLst>
          <pc:docMk/>
          <pc:sldMk cId="4261821928" sldId="262"/>
        </pc:sldMkLst>
      </pc:sldChg>
      <pc:sldChg chg="modSp add del mod">
        <pc:chgData name="Adam Betinsky" userId="a75943b8-0809-43bc-95a8-1784b5373257" providerId="ADAL" clId="{AEE0D662-A4CD-46E0-BC39-5BBAED8C8466}" dt="2026-02-17T01:16:13.855" v="434" actId="47"/>
        <pc:sldMkLst>
          <pc:docMk/>
          <pc:sldMk cId="589512532" sldId="263"/>
        </pc:sldMkLst>
        <pc:spChg chg="mod">
          <ac:chgData name="Adam Betinsky" userId="a75943b8-0809-43bc-95a8-1784b5373257" providerId="ADAL" clId="{AEE0D662-A4CD-46E0-BC39-5BBAED8C8466}" dt="2026-02-17T01:16:10.937" v="433" actId="20577"/>
          <ac:spMkLst>
            <pc:docMk/>
            <pc:sldMk cId="589512532" sldId="263"/>
            <ac:spMk id="2" creationId="{4168CFB7-2D1D-2660-BB37-0B0D9D14DD0F}"/>
          </ac:spMkLst>
        </pc:spChg>
      </pc:sldChg>
      <pc:sldChg chg="new del">
        <pc:chgData name="Adam Betinsky" userId="a75943b8-0809-43bc-95a8-1784b5373257" providerId="ADAL" clId="{AEE0D662-A4CD-46E0-BC39-5BBAED8C8466}" dt="2026-02-17T01:16:34.540" v="436" actId="47"/>
        <pc:sldMkLst>
          <pc:docMk/>
          <pc:sldMk cId="3030575276" sldId="263"/>
        </pc:sldMkLst>
      </pc:sldChg>
      <pc:sldChg chg="modSp add mod setBg">
        <pc:chgData name="Adam Betinsky" userId="a75943b8-0809-43bc-95a8-1784b5373257" providerId="ADAL" clId="{AEE0D662-A4CD-46E0-BC39-5BBAED8C8466}" dt="2026-02-17T01:26:04.916" v="482"/>
        <pc:sldMkLst>
          <pc:docMk/>
          <pc:sldMk cId="3152951644" sldId="263"/>
        </pc:sldMkLst>
        <pc:spChg chg="mod">
          <ac:chgData name="Adam Betinsky" userId="a75943b8-0809-43bc-95a8-1784b5373257" providerId="ADAL" clId="{AEE0D662-A4CD-46E0-BC39-5BBAED8C8466}" dt="2026-02-17T01:16:39.104" v="451" actId="20577"/>
          <ac:spMkLst>
            <pc:docMk/>
            <pc:sldMk cId="3152951644" sldId="263"/>
            <ac:spMk id="2" creationId="{AFF44A6A-404B-DB9D-149E-6C260D6F736B}"/>
          </ac:spMkLst>
        </pc:spChg>
      </pc:sldChg>
      <pc:sldChg chg="add del setBg">
        <pc:chgData name="Adam Betinsky" userId="a75943b8-0809-43bc-95a8-1784b5373257" providerId="ADAL" clId="{AEE0D662-A4CD-46E0-BC39-5BBAED8C8466}" dt="2026-02-17T01:28:41.851" v="520"/>
        <pc:sldMkLst>
          <pc:docMk/>
          <pc:sldMk cId="173304759" sldId="264"/>
        </pc:sldMkLst>
      </pc:sldChg>
      <pc:sldChg chg="add del">
        <pc:chgData name="Adam Betinsky" userId="a75943b8-0809-43bc-95a8-1784b5373257" providerId="ADAL" clId="{AEE0D662-A4CD-46E0-BC39-5BBAED8C8466}" dt="2026-02-17T01:28:45.452" v="522"/>
        <pc:sldMkLst>
          <pc:docMk/>
          <pc:sldMk cId="461593213" sldId="264"/>
        </pc:sldMkLst>
      </pc:sldChg>
      <pc:sldChg chg="addSp delSp modSp add del mod modClrScheme chgLayout">
        <pc:chgData name="Adam Betinsky" userId="a75943b8-0809-43bc-95a8-1784b5373257" providerId="ADAL" clId="{AEE0D662-A4CD-46E0-BC39-5BBAED8C8466}" dt="2026-02-17T01:31:44.640" v="594" actId="2696"/>
        <pc:sldMkLst>
          <pc:docMk/>
          <pc:sldMk cId="1632450345" sldId="264"/>
        </pc:sldMkLst>
        <pc:spChg chg="mod ord">
          <ac:chgData name="Adam Betinsky" userId="a75943b8-0809-43bc-95a8-1784b5373257" providerId="ADAL" clId="{AEE0D662-A4CD-46E0-BC39-5BBAED8C8466}" dt="2026-02-17T01:29:04.844" v="540" actId="20577"/>
          <ac:spMkLst>
            <pc:docMk/>
            <pc:sldMk cId="1632450345" sldId="264"/>
            <ac:spMk id="2" creationId="{052BFFB6-E4F9-B2A9-2CD9-5FE46CEB6A40}"/>
          </ac:spMkLst>
        </pc:spChg>
        <pc:spChg chg="add del mod ord">
          <ac:chgData name="Adam Betinsky" userId="a75943b8-0809-43bc-95a8-1784b5373257" providerId="ADAL" clId="{AEE0D662-A4CD-46E0-BC39-5BBAED8C8466}" dt="2026-02-17T01:28:57.980" v="527" actId="700"/>
          <ac:spMkLst>
            <pc:docMk/>
            <pc:sldMk cId="1632450345" sldId="264"/>
            <ac:spMk id="3" creationId="{5D9FCFA3-031D-9F4D-966A-85EB92A81E87}"/>
          </ac:spMkLst>
        </pc:spChg>
        <pc:spChg chg="add mod ord">
          <ac:chgData name="Adam Betinsky" userId="a75943b8-0809-43bc-95a8-1784b5373257" providerId="ADAL" clId="{AEE0D662-A4CD-46E0-BC39-5BBAED8C8466}" dt="2026-02-17T01:28:57.980" v="527" actId="700"/>
          <ac:spMkLst>
            <pc:docMk/>
            <pc:sldMk cId="1632450345" sldId="264"/>
            <ac:spMk id="4" creationId="{1C0035FD-DAA5-04FF-8C9D-FF185F5746F1}"/>
          </ac:spMkLst>
        </pc:spChg>
      </pc:sldChg>
      <pc:sldChg chg="add del">
        <pc:chgData name="Adam Betinsky" userId="a75943b8-0809-43bc-95a8-1784b5373257" providerId="ADAL" clId="{AEE0D662-A4CD-46E0-BC39-5BBAED8C8466}" dt="2026-02-17T01:28:37.684" v="518"/>
        <pc:sldMkLst>
          <pc:docMk/>
          <pc:sldMk cId="2243158171" sldId="264"/>
        </pc:sldMkLst>
      </pc:sldChg>
      <pc:sldChg chg="new del">
        <pc:chgData name="Adam Betinsky" userId="a75943b8-0809-43bc-95a8-1784b5373257" providerId="ADAL" clId="{AEE0D662-A4CD-46E0-BC39-5BBAED8C8466}" dt="2026-02-17T01:28:28.507" v="516" actId="680"/>
        <pc:sldMkLst>
          <pc:docMk/>
          <pc:sldMk cId="3172127449" sldId="264"/>
        </pc:sldMkLst>
      </pc:sldChg>
      <pc:sldChg chg="add ord">
        <pc:chgData name="Adam Betinsky" userId="a75943b8-0809-43bc-95a8-1784b5373257" providerId="ADAL" clId="{AEE0D662-A4CD-46E0-BC39-5BBAED8C8466}" dt="2026-02-17T01:30:44.812" v="590"/>
        <pc:sldMkLst>
          <pc:docMk/>
          <pc:sldMk cId="2197280499" sldId="265"/>
        </pc:sldMkLst>
      </pc:sldChg>
      <pc:sldChg chg="add del setBg">
        <pc:chgData name="Adam Betinsky" userId="a75943b8-0809-43bc-95a8-1784b5373257" providerId="ADAL" clId="{AEE0D662-A4CD-46E0-BC39-5BBAED8C8466}" dt="2026-02-17T01:29:24.092" v="544"/>
        <pc:sldMkLst>
          <pc:docMk/>
          <pc:sldMk cId="4126152650" sldId="265"/>
        </pc:sldMkLst>
      </pc:sldChg>
      <pc:sldChg chg="add del">
        <pc:chgData name="Adam Betinsky" userId="a75943b8-0809-43bc-95a8-1784b5373257" providerId="ADAL" clId="{AEE0D662-A4CD-46E0-BC39-5BBAED8C8466}" dt="2026-02-17T01:30:20.459" v="583" actId="47"/>
        <pc:sldMkLst>
          <pc:docMk/>
          <pc:sldMk cId="29938340" sldId="266"/>
        </pc:sldMkLst>
      </pc:sldChg>
      <pc:sldChg chg="add del setBg">
        <pc:chgData name="Adam Betinsky" userId="a75943b8-0809-43bc-95a8-1784b5373257" providerId="ADAL" clId="{AEE0D662-A4CD-46E0-BC39-5BBAED8C8466}" dt="2026-02-17T01:29:23.916" v="543"/>
        <pc:sldMkLst>
          <pc:docMk/>
          <pc:sldMk cId="2013470751" sldId="266"/>
        </pc:sldMkLst>
      </pc:sldChg>
      <pc:sldChg chg="modSp add mod">
        <pc:chgData name="Adam Betinsky" userId="a75943b8-0809-43bc-95a8-1784b5373257" providerId="ADAL" clId="{AEE0D662-A4CD-46E0-BC39-5BBAED8C8466}" dt="2026-02-17T01:30:39.384" v="588" actId="207"/>
        <pc:sldMkLst>
          <pc:docMk/>
          <pc:sldMk cId="835280811" sldId="267"/>
        </pc:sldMkLst>
        <pc:spChg chg="mod">
          <ac:chgData name="Adam Betinsky" userId="a75943b8-0809-43bc-95a8-1784b5373257" providerId="ADAL" clId="{AEE0D662-A4CD-46E0-BC39-5BBAED8C8466}" dt="2026-02-17T01:30:39.384" v="588" actId="207"/>
          <ac:spMkLst>
            <pc:docMk/>
            <pc:sldMk cId="835280811" sldId="267"/>
            <ac:spMk id="2" creationId="{BA384F4F-C8D0-2B9D-F339-70F4AA0E9055}"/>
          </ac:spMkLst>
        </pc:spChg>
      </pc:sldChg>
      <pc:sldChg chg="add del setBg">
        <pc:chgData name="Adam Betinsky" userId="a75943b8-0809-43bc-95a8-1784b5373257" providerId="ADAL" clId="{AEE0D662-A4CD-46E0-BC39-5BBAED8C8466}" dt="2026-02-17T01:31:53.587" v="597" actId="47"/>
        <pc:sldMkLst>
          <pc:docMk/>
          <pc:sldMk cId="1256471929" sldId="268"/>
        </pc:sldMkLst>
      </pc:sldChg>
      <pc:sldChg chg="new del">
        <pc:chgData name="Adam Betinsky" userId="a75943b8-0809-43bc-95a8-1784b5373257" providerId="ADAL" clId="{AEE0D662-A4CD-46E0-BC39-5BBAED8C8466}" dt="2026-02-17T01:31:43.024" v="592" actId="680"/>
        <pc:sldMkLst>
          <pc:docMk/>
          <pc:sldMk cId="2765020314" sldId="268"/>
        </pc:sldMkLst>
      </pc:sldChg>
      <pc:sldChg chg="modSp add mod ord">
        <pc:chgData name="Adam Betinsky" userId="a75943b8-0809-43bc-95a8-1784b5373257" providerId="ADAL" clId="{AEE0D662-A4CD-46E0-BC39-5BBAED8C8466}" dt="2026-02-17T01:33:59.263" v="717"/>
        <pc:sldMkLst>
          <pc:docMk/>
          <pc:sldMk cId="661118908" sldId="269"/>
        </pc:sldMkLst>
        <pc:spChg chg="mod">
          <ac:chgData name="Adam Betinsky" userId="a75943b8-0809-43bc-95a8-1784b5373257" providerId="ADAL" clId="{AEE0D662-A4CD-46E0-BC39-5BBAED8C8466}" dt="2026-02-17T01:31:57.389" v="610" actId="20577"/>
          <ac:spMkLst>
            <pc:docMk/>
            <pc:sldMk cId="661118908" sldId="269"/>
            <ac:spMk id="2" creationId="{65E53C5C-6824-4652-85CF-3EA79AC9A139}"/>
          </ac:spMkLst>
        </pc:spChg>
      </pc:sldChg>
      <pc:sldChg chg="new del">
        <pc:chgData name="Adam Betinsky" userId="a75943b8-0809-43bc-95a8-1784b5373257" providerId="ADAL" clId="{AEE0D662-A4CD-46E0-BC39-5BBAED8C8466}" dt="2026-02-17T01:32:17.539" v="612" actId="680"/>
        <pc:sldMkLst>
          <pc:docMk/>
          <pc:sldMk cId="987840769" sldId="270"/>
        </pc:sldMkLst>
      </pc:sldChg>
      <pc:sldChg chg="addSp modSp add mod modClrScheme chgLayout">
        <pc:chgData name="Adam Betinsky" userId="a75943b8-0809-43bc-95a8-1784b5373257" providerId="ADAL" clId="{AEE0D662-A4CD-46E0-BC39-5BBAED8C8466}" dt="2026-02-17T01:32:36.765" v="649" actId="313"/>
        <pc:sldMkLst>
          <pc:docMk/>
          <pc:sldMk cId="3929145543" sldId="270"/>
        </pc:sldMkLst>
        <pc:spChg chg="mod ord">
          <ac:chgData name="Adam Betinsky" userId="a75943b8-0809-43bc-95a8-1784b5373257" providerId="ADAL" clId="{AEE0D662-A4CD-46E0-BC39-5BBAED8C8466}" dt="2026-02-17T01:32:36.765" v="649" actId="313"/>
          <ac:spMkLst>
            <pc:docMk/>
            <pc:sldMk cId="3929145543" sldId="270"/>
            <ac:spMk id="2" creationId="{F04C5AD8-FDBA-3D25-1B62-AC583E30B738}"/>
          </ac:spMkLst>
        </pc:spChg>
        <pc:spChg chg="add mod ord">
          <ac:chgData name="Adam Betinsky" userId="a75943b8-0809-43bc-95a8-1784b5373257" providerId="ADAL" clId="{AEE0D662-A4CD-46E0-BC39-5BBAED8C8466}" dt="2026-02-17T01:32:22.912" v="614" actId="700"/>
          <ac:spMkLst>
            <pc:docMk/>
            <pc:sldMk cId="3929145543" sldId="270"/>
            <ac:spMk id="3" creationId="{AD67CCE0-41D8-6E05-8DC3-A275CF39885B}"/>
          </ac:spMkLst>
        </pc:spChg>
      </pc:sldChg>
      <pc:sldChg chg="modSp add mod">
        <pc:chgData name="Adam Betinsky" userId="a75943b8-0809-43bc-95a8-1784b5373257" providerId="ADAL" clId="{AEE0D662-A4CD-46E0-BC39-5BBAED8C8466}" dt="2026-02-17T01:32:49.414" v="667" actId="20577"/>
        <pc:sldMkLst>
          <pc:docMk/>
          <pc:sldMk cId="3403879398" sldId="271"/>
        </pc:sldMkLst>
        <pc:spChg chg="mod">
          <ac:chgData name="Adam Betinsky" userId="a75943b8-0809-43bc-95a8-1784b5373257" providerId="ADAL" clId="{AEE0D662-A4CD-46E0-BC39-5BBAED8C8466}" dt="2026-02-17T01:32:49.414" v="667" actId="20577"/>
          <ac:spMkLst>
            <pc:docMk/>
            <pc:sldMk cId="3403879398" sldId="271"/>
            <ac:spMk id="2" creationId="{1F462365-8BB3-A0CC-2E45-C5EC57643C56}"/>
          </ac:spMkLst>
        </pc:spChg>
      </pc:sldChg>
      <pc:sldChg chg="modSp add mod">
        <pc:chgData name="Adam Betinsky" userId="a75943b8-0809-43bc-95a8-1784b5373257" providerId="ADAL" clId="{AEE0D662-A4CD-46E0-BC39-5BBAED8C8466}" dt="2026-02-17T01:32:53.260" v="675" actId="20577"/>
        <pc:sldMkLst>
          <pc:docMk/>
          <pc:sldMk cId="1578825795" sldId="272"/>
        </pc:sldMkLst>
        <pc:spChg chg="mod">
          <ac:chgData name="Adam Betinsky" userId="a75943b8-0809-43bc-95a8-1784b5373257" providerId="ADAL" clId="{AEE0D662-A4CD-46E0-BC39-5BBAED8C8466}" dt="2026-02-17T01:32:53.260" v="675" actId="20577"/>
          <ac:spMkLst>
            <pc:docMk/>
            <pc:sldMk cId="1578825795" sldId="272"/>
            <ac:spMk id="2" creationId="{B8B5EEA7-50F4-23D9-79DF-5FFA21571774}"/>
          </ac:spMkLst>
        </pc:spChg>
      </pc:sldChg>
      <pc:sldChg chg="add ord">
        <pc:chgData name="Adam Betinsky" userId="a75943b8-0809-43bc-95a8-1784b5373257" providerId="ADAL" clId="{AEE0D662-A4CD-46E0-BC39-5BBAED8C8466}" dt="2026-02-17T01:32:55.746" v="677"/>
        <pc:sldMkLst>
          <pc:docMk/>
          <pc:sldMk cId="3015362925" sldId="273"/>
        </pc:sldMkLst>
      </pc:sldChg>
      <pc:sldChg chg="add del">
        <pc:chgData name="Adam Betinsky" userId="a75943b8-0809-43bc-95a8-1784b5373257" providerId="ADAL" clId="{AEE0D662-A4CD-46E0-BC39-5BBAED8C8466}" dt="2026-02-17T01:33:16.233" v="679"/>
        <pc:sldMkLst>
          <pc:docMk/>
          <pc:sldMk cId="250763116" sldId="274"/>
        </pc:sldMkLst>
      </pc:sldChg>
      <pc:sldChg chg="modSp add del mod ord">
        <pc:chgData name="Adam Betinsky" userId="a75943b8-0809-43bc-95a8-1784b5373257" providerId="ADAL" clId="{AEE0D662-A4CD-46E0-BC39-5BBAED8C8466}" dt="2026-02-17T01:40:37.666" v="973" actId="47"/>
        <pc:sldMkLst>
          <pc:docMk/>
          <pc:sldMk cId="1649201743" sldId="274"/>
        </pc:sldMkLst>
        <pc:spChg chg="mod">
          <ac:chgData name="Adam Betinsky" userId="a75943b8-0809-43bc-95a8-1784b5373257" providerId="ADAL" clId="{AEE0D662-A4CD-46E0-BC39-5BBAED8C8466}" dt="2026-02-17T01:33:33.621" v="715" actId="20577"/>
          <ac:spMkLst>
            <pc:docMk/>
            <pc:sldMk cId="1649201743" sldId="274"/>
            <ac:spMk id="2" creationId="{940BD919-F8C7-584E-BED1-9D8B63AF38E7}"/>
          </ac:spMkLst>
        </pc:spChg>
      </pc:sldChg>
      <pc:sldChg chg="new del">
        <pc:chgData name="Adam Betinsky" userId="a75943b8-0809-43bc-95a8-1784b5373257" providerId="ADAL" clId="{AEE0D662-A4CD-46E0-BC39-5BBAED8C8466}" dt="2026-02-17T01:34:40.934" v="719" actId="680"/>
        <pc:sldMkLst>
          <pc:docMk/>
          <pc:sldMk cId="91851421" sldId="275"/>
        </pc:sldMkLst>
      </pc:sldChg>
      <pc:sldChg chg="addSp delSp modSp add mod modClrScheme chgLayout">
        <pc:chgData name="Adam Betinsky" userId="a75943b8-0809-43bc-95a8-1784b5373257" providerId="ADAL" clId="{AEE0D662-A4CD-46E0-BC39-5BBAED8C8466}" dt="2026-02-17T01:35:04.089" v="739" actId="20577"/>
        <pc:sldMkLst>
          <pc:docMk/>
          <pc:sldMk cId="3087089847" sldId="275"/>
        </pc:sldMkLst>
        <pc:spChg chg="mod ord">
          <ac:chgData name="Adam Betinsky" userId="a75943b8-0809-43bc-95a8-1784b5373257" providerId="ADAL" clId="{AEE0D662-A4CD-46E0-BC39-5BBAED8C8466}" dt="2026-02-17T01:35:04.089" v="739" actId="20577"/>
          <ac:spMkLst>
            <pc:docMk/>
            <pc:sldMk cId="3087089847" sldId="275"/>
            <ac:spMk id="2" creationId="{B0CC9301-6BA1-6CE6-88F2-F7F2E6D4BE0E}"/>
          </ac:spMkLst>
        </pc:spChg>
        <pc:spChg chg="add del mod ord">
          <ac:chgData name="Adam Betinsky" userId="a75943b8-0809-43bc-95a8-1784b5373257" providerId="ADAL" clId="{AEE0D662-A4CD-46E0-BC39-5BBAED8C8466}" dt="2026-02-17T01:34:58.929" v="722" actId="700"/>
          <ac:spMkLst>
            <pc:docMk/>
            <pc:sldMk cId="3087089847" sldId="275"/>
            <ac:spMk id="3" creationId="{84930BC7-4148-BBE3-C754-4FA42E5FE398}"/>
          </ac:spMkLst>
        </pc:spChg>
        <pc:spChg chg="add mod ord">
          <ac:chgData name="Adam Betinsky" userId="a75943b8-0809-43bc-95a8-1784b5373257" providerId="ADAL" clId="{AEE0D662-A4CD-46E0-BC39-5BBAED8C8466}" dt="2026-02-17T01:34:58.929" v="722" actId="700"/>
          <ac:spMkLst>
            <pc:docMk/>
            <pc:sldMk cId="3087089847" sldId="275"/>
            <ac:spMk id="4" creationId="{72BCBF89-E965-B773-143C-8AF7051FDB5C}"/>
          </ac:spMkLst>
        </pc:spChg>
      </pc:sldChg>
      <pc:sldChg chg="modSp add mod">
        <pc:chgData name="Adam Betinsky" userId="a75943b8-0809-43bc-95a8-1784b5373257" providerId="ADAL" clId="{AEE0D662-A4CD-46E0-BC39-5BBAED8C8466}" dt="2026-02-17T01:35:19.649" v="765" actId="207"/>
        <pc:sldMkLst>
          <pc:docMk/>
          <pc:sldMk cId="131116885" sldId="276"/>
        </pc:sldMkLst>
        <pc:spChg chg="mod">
          <ac:chgData name="Adam Betinsky" userId="a75943b8-0809-43bc-95a8-1784b5373257" providerId="ADAL" clId="{AEE0D662-A4CD-46E0-BC39-5BBAED8C8466}" dt="2026-02-17T01:35:09.934" v="747" actId="20577"/>
          <ac:spMkLst>
            <pc:docMk/>
            <pc:sldMk cId="131116885" sldId="276"/>
            <ac:spMk id="2" creationId="{9822FBD8-6505-B84A-A0F9-6FC599786B7B}"/>
          </ac:spMkLst>
        </pc:spChg>
        <pc:spChg chg="mod">
          <ac:chgData name="Adam Betinsky" userId="a75943b8-0809-43bc-95a8-1784b5373257" providerId="ADAL" clId="{AEE0D662-A4CD-46E0-BC39-5BBAED8C8466}" dt="2026-02-17T01:35:19.649" v="765" actId="207"/>
          <ac:spMkLst>
            <pc:docMk/>
            <pc:sldMk cId="131116885" sldId="276"/>
            <ac:spMk id="4" creationId="{184D3BF8-C41D-804B-D76F-3DD7696430B5}"/>
          </ac:spMkLst>
        </pc:spChg>
      </pc:sldChg>
      <pc:sldChg chg="modSp add mod ord">
        <pc:chgData name="Adam Betinsky" userId="a75943b8-0809-43bc-95a8-1784b5373257" providerId="ADAL" clId="{AEE0D662-A4CD-46E0-BC39-5BBAED8C8466}" dt="2026-02-17T01:37:06.008" v="782" actId="20577"/>
        <pc:sldMkLst>
          <pc:docMk/>
          <pc:sldMk cId="3363966307" sldId="277"/>
        </pc:sldMkLst>
        <pc:spChg chg="mod">
          <ac:chgData name="Adam Betinsky" userId="a75943b8-0809-43bc-95a8-1784b5373257" providerId="ADAL" clId="{AEE0D662-A4CD-46E0-BC39-5BBAED8C8466}" dt="2026-02-17T01:37:06.008" v="782" actId="20577"/>
          <ac:spMkLst>
            <pc:docMk/>
            <pc:sldMk cId="3363966307" sldId="277"/>
            <ac:spMk id="2" creationId="{69148800-0A23-8CB2-70FB-4DC02B0A8CC5}"/>
          </ac:spMkLst>
        </pc:spChg>
      </pc:sldChg>
      <pc:sldChg chg="add del setBg">
        <pc:chgData name="Adam Betinsky" userId="a75943b8-0809-43bc-95a8-1784b5373257" providerId="ADAL" clId="{AEE0D662-A4CD-46E0-BC39-5BBAED8C8466}" dt="2026-02-17T01:37:16.379" v="784"/>
        <pc:sldMkLst>
          <pc:docMk/>
          <pc:sldMk cId="147703927" sldId="278"/>
        </pc:sldMkLst>
      </pc:sldChg>
      <pc:sldChg chg="add del ord">
        <pc:chgData name="Adam Betinsky" userId="a75943b8-0809-43bc-95a8-1784b5373257" providerId="ADAL" clId="{AEE0D662-A4CD-46E0-BC39-5BBAED8C8466}" dt="2026-02-17T01:41:19.284" v="989" actId="47"/>
        <pc:sldMkLst>
          <pc:docMk/>
          <pc:sldMk cId="3857294364" sldId="278"/>
        </pc:sldMkLst>
      </pc:sldChg>
      <pc:sldChg chg="modSp add mod">
        <pc:chgData name="Adam Betinsky" userId="a75943b8-0809-43bc-95a8-1784b5373257" providerId="ADAL" clId="{AEE0D662-A4CD-46E0-BC39-5BBAED8C8466}" dt="2026-02-17T01:37:33.437" v="800" actId="20577"/>
        <pc:sldMkLst>
          <pc:docMk/>
          <pc:sldMk cId="3658874053" sldId="279"/>
        </pc:sldMkLst>
        <pc:spChg chg="mod">
          <ac:chgData name="Adam Betinsky" userId="a75943b8-0809-43bc-95a8-1784b5373257" providerId="ADAL" clId="{AEE0D662-A4CD-46E0-BC39-5BBAED8C8466}" dt="2026-02-17T01:37:33.437" v="800" actId="20577"/>
          <ac:spMkLst>
            <pc:docMk/>
            <pc:sldMk cId="3658874053" sldId="279"/>
            <ac:spMk id="2" creationId="{21A9D109-9B88-997B-64C8-28F60005A52B}"/>
          </ac:spMkLst>
        </pc:spChg>
      </pc:sldChg>
      <pc:sldChg chg="modSp add mod">
        <pc:chgData name="Adam Betinsky" userId="a75943b8-0809-43bc-95a8-1784b5373257" providerId="ADAL" clId="{AEE0D662-A4CD-46E0-BC39-5BBAED8C8466}" dt="2026-02-17T01:38:20.475" v="868" actId="20577"/>
        <pc:sldMkLst>
          <pc:docMk/>
          <pc:sldMk cId="2350843254" sldId="280"/>
        </pc:sldMkLst>
        <pc:spChg chg="mod">
          <ac:chgData name="Adam Betinsky" userId="a75943b8-0809-43bc-95a8-1784b5373257" providerId="ADAL" clId="{AEE0D662-A4CD-46E0-BC39-5BBAED8C8466}" dt="2026-02-17T01:38:20.475" v="868" actId="20577"/>
          <ac:spMkLst>
            <pc:docMk/>
            <pc:sldMk cId="2350843254" sldId="280"/>
            <ac:spMk id="2" creationId="{55691085-5A15-2986-E6B8-D76AFFD448D3}"/>
          </ac:spMkLst>
        </pc:spChg>
      </pc:sldChg>
      <pc:sldChg chg="new del">
        <pc:chgData name="Adam Betinsky" userId="a75943b8-0809-43bc-95a8-1784b5373257" providerId="ADAL" clId="{AEE0D662-A4CD-46E0-BC39-5BBAED8C8466}" dt="2026-02-17T01:39:10.928" v="870" actId="680"/>
        <pc:sldMkLst>
          <pc:docMk/>
          <pc:sldMk cId="107782646" sldId="281"/>
        </pc:sldMkLst>
      </pc:sldChg>
      <pc:sldChg chg="modSp add mod ord">
        <pc:chgData name="Adam Betinsky" userId="a75943b8-0809-43bc-95a8-1784b5373257" providerId="ADAL" clId="{AEE0D662-A4CD-46E0-BC39-5BBAED8C8466}" dt="2026-02-17T01:39:21.513" v="905" actId="20577"/>
        <pc:sldMkLst>
          <pc:docMk/>
          <pc:sldMk cId="2310563930" sldId="281"/>
        </pc:sldMkLst>
        <pc:spChg chg="mod">
          <ac:chgData name="Adam Betinsky" userId="a75943b8-0809-43bc-95a8-1784b5373257" providerId="ADAL" clId="{AEE0D662-A4CD-46E0-BC39-5BBAED8C8466}" dt="2026-02-17T01:39:21.513" v="905" actId="20577"/>
          <ac:spMkLst>
            <pc:docMk/>
            <pc:sldMk cId="2310563930" sldId="281"/>
            <ac:spMk id="2" creationId="{547E2FE9-43B7-C65D-DF4D-DAB243B090C2}"/>
          </ac:spMkLst>
        </pc:spChg>
      </pc:sldChg>
      <pc:sldChg chg="new del">
        <pc:chgData name="Adam Betinsky" userId="a75943b8-0809-43bc-95a8-1784b5373257" providerId="ADAL" clId="{AEE0D662-A4CD-46E0-BC39-5BBAED8C8466}" dt="2026-02-17T01:39:42.645" v="907" actId="680"/>
        <pc:sldMkLst>
          <pc:docMk/>
          <pc:sldMk cId="4100586963" sldId="282"/>
        </pc:sldMkLst>
      </pc:sldChg>
      <pc:sldChg chg="modSp add mod">
        <pc:chgData name="Adam Betinsky" userId="a75943b8-0809-43bc-95a8-1784b5373257" providerId="ADAL" clId="{AEE0D662-A4CD-46E0-BC39-5BBAED8C8466}" dt="2026-02-17T01:40:06.195" v="953" actId="20577"/>
        <pc:sldMkLst>
          <pc:docMk/>
          <pc:sldMk cId="4248363738" sldId="282"/>
        </pc:sldMkLst>
        <pc:spChg chg="mod">
          <ac:chgData name="Adam Betinsky" userId="a75943b8-0809-43bc-95a8-1784b5373257" providerId="ADAL" clId="{AEE0D662-A4CD-46E0-BC39-5BBAED8C8466}" dt="2026-02-17T01:40:06.195" v="953" actId="20577"/>
          <ac:spMkLst>
            <pc:docMk/>
            <pc:sldMk cId="4248363738" sldId="282"/>
            <ac:spMk id="2" creationId="{67EA3B93-59A5-EFFD-EF21-72C30539C7BD}"/>
          </ac:spMkLst>
        </pc:spChg>
      </pc:sldChg>
      <pc:sldChg chg="addSp modSp add mod ord modClrScheme chgLayout">
        <pc:chgData name="Adam Betinsky" userId="a75943b8-0809-43bc-95a8-1784b5373257" providerId="ADAL" clId="{AEE0D662-A4CD-46E0-BC39-5BBAED8C8466}" dt="2026-02-17T01:40:40.114" v="975"/>
        <pc:sldMkLst>
          <pc:docMk/>
          <pc:sldMk cId="464034189" sldId="283"/>
        </pc:sldMkLst>
        <pc:spChg chg="mod ord">
          <ac:chgData name="Adam Betinsky" userId="a75943b8-0809-43bc-95a8-1784b5373257" providerId="ADAL" clId="{AEE0D662-A4CD-46E0-BC39-5BBAED8C8466}" dt="2026-02-17T01:40:25.231" v="972" actId="20577"/>
          <ac:spMkLst>
            <pc:docMk/>
            <pc:sldMk cId="464034189" sldId="283"/>
            <ac:spMk id="2" creationId="{5F8F195F-9246-A1E4-F670-40582D6F3FDC}"/>
          </ac:spMkLst>
        </pc:spChg>
        <pc:spChg chg="add mod ord">
          <ac:chgData name="Adam Betinsky" userId="a75943b8-0809-43bc-95a8-1784b5373257" providerId="ADAL" clId="{AEE0D662-A4CD-46E0-BC39-5BBAED8C8466}" dt="2026-02-17T01:40:20.149" v="955" actId="700"/>
          <ac:spMkLst>
            <pc:docMk/>
            <pc:sldMk cId="464034189" sldId="283"/>
            <ac:spMk id="3" creationId="{AC668EDC-1A54-BCB1-17DC-DE7213F21018}"/>
          </ac:spMkLst>
        </pc:spChg>
        <pc:spChg chg="add mod ord">
          <ac:chgData name="Adam Betinsky" userId="a75943b8-0809-43bc-95a8-1784b5373257" providerId="ADAL" clId="{AEE0D662-A4CD-46E0-BC39-5BBAED8C8466}" dt="2026-02-17T01:40:20.149" v="955" actId="700"/>
          <ac:spMkLst>
            <pc:docMk/>
            <pc:sldMk cId="464034189" sldId="283"/>
            <ac:spMk id="4" creationId="{8C404BDD-BB8A-8626-CA5B-ABC0DA48F1EA}"/>
          </ac:spMkLst>
        </pc:spChg>
      </pc:sldChg>
      <pc:sldChg chg="addSp delSp modSp add mod modClrScheme chgLayout">
        <pc:chgData name="Adam Betinsky" userId="a75943b8-0809-43bc-95a8-1784b5373257" providerId="ADAL" clId="{AEE0D662-A4CD-46E0-BC39-5BBAED8C8466}" dt="2026-02-17T01:40:56.388" v="988" actId="700"/>
        <pc:sldMkLst>
          <pc:docMk/>
          <pc:sldMk cId="1748495630" sldId="284"/>
        </pc:sldMkLst>
        <pc:spChg chg="mod ord">
          <ac:chgData name="Adam Betinsky" userId="a75943b8-0809-43bc-95a8-1784b5373257" providerId="ADAL" clId="{AEE0D662-A4CD-46E0-BC39-5BBAED8C8466}" dt="2026-02-17T01:40:56.388" v="988" actId="700"/>
          <ac:spMkLst>
            <pc:docMk/>
            <pc:sldMk cId="1748495630" sldId="284"/>
            <ac:spMk id="2" creationId="{4D81E08D-DD6F-F3C3-FE40-41C8ADF0CCE1}"/>
          </ac:spMkLst>
        </pc:spChg>
        <pc:spChg chg="del mod ord">
          <ac:chgData name="Adam Betinsky" userId="a75943b8-0809-43bc-95a8-1784b5373257" providerId="ADAL" clId="{AEE0D662-A4CD-46E0-BC39-5BBAED8C8466}" dt="2026-02-17T01:40:56.388" v="988" actId="700"/>
          <ac:spMkLst>
            <pc:docMk/>
            <pc:sldMk cId="1748495630" sldId="284"/>
            <ac:spMk id="3" creationId="{DC8A4707-1B48-9C40-6573-283A32132EC3}"/>
          </ac:spMkLst>
        </pc:spChg>
        <pc:spChg chg="add mod ord">
          <ac:chgData name="Adam Betinsky" userId="a75943b8-0809-43bc-95a8-1784b5373257" providerId="ADAL" clId="{AEE0D662-A4CD-46E0-BC39-5BBAED8C8466}" dt="2026-02-17T01:40:56.388" v="988" actId="700"/>
          <ac:spMkLst>
            <pc:docMk/>
            <pc:sldMk cId="1748495630" sldId="284"/>
            <ac:spMk id="4" creationId="{88D93534-2100-8146-DBED-F098E5957C8A}"/>
          </ac:spMkLst>
        </pc:spChg>
        <pc:spChg chg="add mod ord">
          <ac:chgData name="Adam Betinsky" userId="a75943b8-0809-43bc-95a8-1784b5373257" providerId="ADAL" clId="{AEE0D662-A4CD-46E0-BC39-5BBAED8C8466}" dt="2026-02-17T01:40:56.388" v="988" actId="700"/>
          <ac:spMkLst>
            <pc:docMk/>
            <pc:sldMk cId="1748495630" sldId="284"/>
            <ac:spMk id="5" creationId="{B922D019-3235-07D4-6EF3-C74BDE51698A}"/>
          </ac:spMkLst>
        </pc:spChg>
      </pc:sldChg>
      <pc:sldMasterChg chg="add replId setBg addSldLayout">
        <pc:chgData name="Adam Betinsky" userId="a75943b8-0809-43bc-95a8-1784b5373257" providerId="ADAL" clId="{AEE0D662-A4CD-46E0-BC39-5BBAED8C8466}" dt="2026-02-17T01:07:13.789" v="6"/>
        <pc:sldMasterMkLst>
          <pc:docMk/>
          <pc:sldMasterMk cId="3253160262" sldId="2147483660"/>
        </pc:sldMasterMkLst>
      </pc:sldMasterChg>
    </pc:docChg>
  </pc:docChgLst>
  <pc:docChgLst>
    <pc:chgData name="Andrew Reyes" userId="S::an130962@ucf.edu::2674ba22-9864-404e-827e-418f8f1e584b" providerId="AD" clId="Web-{6FF881D4-8857-9A8C-0085-D84F94AB2DBA}"/>
    <pc:docChg chg="addSld modSld">
      <pc:chgData name="Andrew Reyes" userId="S::an130962@ucf.edu::2674ba22-9864-404e-827e-418f8f1e584b" providerId="AD" clId="Web-{6FF881D4-8857-9A8C-0085-D84F94AB2DBA}" dt="2026-02-16T04:35:51.804" v="956" actId="20577"/>
      <pc:docMkLst>
        <pc:docMk/>
      </pc:docMkLst>
      <pc:sldChg chg="modSp">
        <pc:chgData name="Andrew Reyes" userId="S::an130962@ucf.edu::2674ba22-9864-404e-827e-418f8f1e584b" providerId="AD" clId="Web-{6FF881D4-8857-9A8C-0085-D84F94AB2DBA}" dt="2026-02-16T02:55:11.579" v="0" actId="1076"/>
        <pc:sldMkLst>
          <pc:docMk/>
          <pc:sldMk cId="2159358062" sldId="256"/>
        </pc:sldMkLst>
        <pc:picChg chg="mod">
          <ac:chgData name="Andrew Reyes" userId="S::an130962@ucf.edu::2674ba22-9864-404e-827e-418f8f1e584b" providerId="AD" clId="Web-{6FF881D4-8857-9A8C-0085-D84F94AB2DBA}" dt="2026-02-16T02:55:11.579" v="0" actId="1076"/>
          <ac:picMkLst>
            <pc:docMk/>
            <pc:sldMk cId="2159358062" sldId="256"/>
            <ac:picMk id="19" creationId="{1E97DAE7-42C9-81FC-6E6C-DDD7A7B9DA44}"/>
          </ac:picMkLst>
        </pc:picChg>
      </pc:sldChg>
      <pc:sldChg chg="addSp delSp modSp new">
        <pc:chgData name="Andrew Reyes" userId="S::an130962@ucf.edu::2674ba22-9864-404e-827e-418f8f1e584b" providerId="AD" clId="Web-{6FF881D4-8857-9A8C-0085-D84F94AB2DBA}" dt="2026-02-16T04:35:51.804" v="956" actId="20577"/>
        <pc:sldMkLst>
          <pc:docMk/>
          <pc:sldMk cId="3541749367" sldId="258"/>
        </pc:sldMkLst>
        <pc:spChg chg="mod">
          <ac:chgData name="Andrew Reyes" userId="S::an130962@ucf.edu::2674ba22-9864-404e-827e-418f8f1e584b" providerId="AD" clId="Web-{6FF881D4-8857-9A8C-0085-D84F94AB2DBA}" dt="2026-02-16T04:23:10.476" v="771" actId="1076"/>
          <ac:spMkLst>
            <pc:docMk/>
            <pc:sldMk cId="3541749367" sldId="258"/>
            <ac:spMk id="2" creationId="{A7AE4630-8FF7-9017-2536-FA73EF08369A}"/>
          </ac:spMkLst>
        </pc:spChg>
        <pc:spChg chg="mod">
          <ac:chgData name="Andrew Reyes" userId="S::an130962@ucf.edu::2674ba22-9864-404e-827e-418f8f1e584b" providerId="AD" clId="Web-{6FF881D4-8857-9A8C-0085-D84F94AB2DBA}" dt="2026-02-16T04:29:08.487" v="772" actId="14100"/>
          <ac:spMkLst>
            <pc:docMk/>
            <pc:sldMk cId="3541749367" sldId="258"/>
            <ac:spMk id="3" creationId="{AFBCC095-D2DB-4630-965E-CDAF023F1AF9}"/>
          </ac:spMkLst>
        </pc:spChg>
        <pc:spChg chg="add del mod">
          <ac:chgData name="Andrew Reyes" userId="S::an130962@ucf.edu::2674ba22-9864-404e-827e-418f8f1e584b" providerId="AD" clId="Web-{6FF881D4-8857-9A8C-0085-D84F94AB2DBA}" dt="2026-02-16T03:05:54.414" v="148"/>
          <ac:spMkLst>
            <pc:docMk/>
            <pc:sldMk cId="3541749367" sldId="258"/>
            <ac:spMk id="5" creationId="{05E8F2AC-845C-43DB-BE66-BAED426F09EB}"/>
          </ac:spMkLst>
        </pc:spChg>
        <pc:spChg chg="add del mod">
          <ac:chgData name="Andrew Reyes" userId="S::an130962@ucf.edu::2674ba22-9864-404e-827e-418f8f1e584b" providerId="AD" clId="Web-{6FF881D4-8857-9A8C-0085-D84F94AB2DBA}" dt="2026-02-16T04:21:26.875" v="751" actId="20577"/>
          <ac:spMkLst>
            <pc:docMk/>
            <pc:sldMk cId="3541749367" sldId="258"/>
            <ac:spMk id="5" creationId="{9490C893-5DF8-E31F-2713-EFA3570395A4}"/>
          </ac:spMkLst>
        </pc:spChg>
        <pc:spChg chg="add del mod">
          <ac:chgData name="Andrew Reyes" userId="S::an130962@ucf.edu::2674ba22-9864-404e-827e-418f8f1e584b" providerId="AD" clId="Web-{6FF881D4-8857-9A8C-0085-D84F94AB2DBA}" dt="2026-02-16T04:14:02.687" v="669"/>
          <ac:spMkLst>
            <pc:docMk/>
            <pc:sldMk cId="3541749367" sldId="258"/>
            <ac:spMk id="6" creationId="{BE1A0519-14CE-5C43-4992-FE89BA300B0E}"/>
          </ac:spMkLst>
        </pc:spChg>
        <pc:spChg chg="add mod">
          <ac:chgData name="Andrew Reyes" userId="S::an130962@ucf.edu::2674ba22-9864-404e-827e-418f8f1e584b" providerId="AD" clId="Web-{6FF881D4-8857-9A8C-0085-D84F94AB2DBA}" dt="2026-02-16T04:13:50.718" v="665" actId="14100"/>
          <ac:spMkLst>
            <pc:docMk/>
            <pc:sldMk cId="3541749367" sldId="258"/>
            <ac:spMk id="7" creationId="{2D3D3A8B-46E2-A67D-6446-C2D5D0E593DB}"/>
          </ac:spMkLst>
        </pc:spChg>
        <pc:spChg chg="add del">
          <ac:chgData name="Andrew Reyes" userId="S::an130962@ucf.edu::2674ba22-9864-404e-827e-418f8f1e584b" providerId="AD" clId="Web-{6FF881D4-8857-9A8C-0085-D84F94AB2DBA}" dt="2026-02-16T03:55:36.578" v="393"/>
          <ac:spMkLst>
            <pc:docMk/>
            <pc:sldMk cId="3541749367" sldId="258"/>
            <ac:spMk id="8" creationId="{56AC8A7B-3FD2-D9C7-6A24-FBA1AAF11559}"/>
          </ac:spMkLst>
        </pc:spChg>
        <pc:spChg chg="add del">
          <ac:chgData name="Andrew Reyes" userId="S::an130962@ucf.edu::2674ba22-9864-404e-827e-418f8f1e584b" providerId="AD" clId="Web-{6FF881D4-8857-9A8C-0085-D84F94AB2DBA}" dt="2026-02-16T03:55:42.188" v="395"/>
          <ac:spMkLst>
            <pc:docMk/>
            <pc:sldMk cId="3541749367" sldId="258"/>
            <ac:spMk id="9" creationId="{F6AF5FB3-082A-B8BA-E81A-512B81A39616}"/>
          </ac:spMkLst>
        </pc:spChg>
        <pc:spChg chg="add mod">
          <ac:chgData name="Andrew Reyes" userId="S::an130962@ucf.edu::2674ba22-9864-404e-827e-418f8f1e584b" providerId="AD" clId="Web-{6FF881D4-8857-9A8C-0085-D84F94AB2DBA}" dt="2026-02-16T04:35:51.804" v="956" actId="20577"/>
          <ac:spMkLst>
            <pc:docMk/>
            <pc:sldMk cId="3541749367" sldId="258"/>
            <ac:spMk id="10" creationId="{BC367C5C-0512-8677-3ABC-894A4A532EB9}"/>
          </ac:spMkLst>
        </pc:spChg>
        <pc:spChg chg="add del">
          <ac:chgData name="Andrew Reyes" userId="S::an130962@ucf.edu::2674ba22-9864-404e-827e-418f8f1e584b" providerId="AD" clId="Web-{6FF881D4-8857-9A8C-0085-D84F94AB2DBA}" dt="2026-02-16T04:13:43.281" v="664"/>
          <ac:spMkLst>
            <pc:docMk/>
            <pc:sldMk cId="3541749367" sldId="258"/>
            <ac:spMk id="11" creationId="{49AE94BD-9166-5867-2A79-FF983805097E}"/>
          </ac:spMkLst>
        </pc:spChg>
        <pc:spChg chg="add mod">
          <ac:chgData name="Andrew Reyes" userId="S::an130962@ucf.edu::2674ba22-9864-404e-827e-418f8f1e584b" providerId="AD" clId="Web-{6FF881D4-8857-9A8C-0085-D84F94AB2DBA}" dt="2026-02-16T04:14:06.750" v="670" actId="1076"/>
          <ac:spMkLst>
            <pc:docMk/>
            <pc:sldMk cId="3541749367" sldId="258"/>
            <ac:spMk id="12" creationId="{AE3B321D-137F-F794-3FBB-569620C866F3}"/>
          </ac:spMkLst>
        </pc:spChg>
        <pc:spChg chg="add mod">
          <ac:chgData name="Andrew Reyes" userId="S::an130962@ucf.edu::2674ba22-9864-404e-827e-418f8f1e584b" providerId="AD" clId="Web-{6FF881D4-8857-9A8C-0085-D84F94AB2DBA}" dt="2026-02-16T04:33:02.225" v="955" actId="20577"/>
          <ac:spMkLst>
            <pc:docMk/>
            <pc:sldMk cId="3541749367" sldId="258"/>
            <ac:spMk id="13" creationId="{9BFA7ECE-7E68-6B46-4CB3-D29D5840AD16}"/>
          </ac:spMkLst>
        </pc:spChg>
      </pc:sldChg>
    </pc:docChg>
  </pc:docChgLst>
  <pc:docChgLst>
    <pc:chgData name="Andrew Reyes" userId="S::an130962@ucf.edu::2674ba22-9864-404e-827e-418f8f1e584b" providerId="AD" clId="Web-{71460A18-782F-8FB9-F1A5-0BC600BBBB95}"/>
    <pc:docChg chg="addSld">
      <pc:chgData name="Andrew Reyes" userId="S::an130962@ucf.edu::2674ba22-9864-404e-827e-418f8f1e584b" providerId="AD" clId="Web-{71460A18-782F-8FB9-F1A5-0BC600BBBB95}" dt="2026-02-10T21:21:18.276" v="0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44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83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71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799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3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40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92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46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07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5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40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284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F71F8D-1253-AA47-B494-E9FBF7F356E1}"/>
              </a:ext>
            </a:extLst>
          </p:cNvPr>
          <p:cNvSpPr/>
          <p:nvPr/>
        </p:nvSpPr>
        <p:spPr>
          <a:xfrm>
            <a:off x="1161288" y="1280159"/>
            <a:ext cx="9921240" cy="4455477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BB778-95C8-1319-CB28-1BC20270B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7840" y="3507897"/>
            <a:ext cx="8708136" cy="2753042"/>
          </a:xfrm>
        </p:spPr>
        <p:txBody>
          <a:bodyPr>
            <a:normAutofit/>
          </a:bodyPr>
          <a:lstStyle/>
          <a:p>
            <a:endParaRPr lang="en-US" dirty="0">
              <a:latin typeface="Aptos Display" panose="020B0004020202020204" pitchFamily="34" charset="0"/>
            </a:endParaRPr>
          </a:p>
          <a:p>
            <a:r>
              <a:rPr lang="en-US" dirty="0">
                <a:latin typeface="Aptos Display" panose="020B0004020202020204" pitchFamily="34" charset="0"/>
              </a:rPr>
              <a:t>Team #1</a:t>
            </a:r>
          </a:p>
          <a:p>
            <a:endParaRPr lang="en-US" dirty="0">
              <a:latin typeface="Aptos Display" panose="020B0004020202020204" pitchFamily="34" charset="0"/>
            </a:endParaRPr>
          </a:p>
          <a:p>
            <a:r>
              <a:rPr lang="en-US" dirty="0">
                <a:latin typeface="Aptos Display" panose="020B0004020202020204" pitchFamily="34" charset="0"/>
              </a:rPr>
              <a:t>Processes for Object Oriented Software Development (COP 4331C) – Spring 2026 – Section 3 with Dr. Aashish </a:t>
            </a:r>
            <a:r>
              <a:rPr lang="en-US" dirty="0" err="1">
                <a:latin typeface="Aptos Display" panose="020B0004020202020204" pitchFamily="34" charset="0"/>
              </a:rPr>
              <a:t>Yadavally</a:t>
            </a:r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0A0B5-CA26-F952-7937-44DF4C67BC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COPY</a:t>
            </a:r>
            <a:br>
              <a:rPr lang="en-US" dirty="0">
                <a:latin typeface="Aptos Display" panose="020B0004020202020204" pitchFamily="34" charset="0"/>
              </a:rPr>
            </a:br>
            <a:br>
              <a:rPr lang="en-US" dirty="0">
                <a:latin typeface="Aptos Display" panose="020B0004020202020204" pitchFamily="34" charset="0"/>
              </a:rPr>
            </a:br>
            <a:r>
              <a:rPr lang="en-US" dirty="0">
                <a:latin typeface="Aptos Display" panose="020B0004020202020204" pitchFamily="34" charset="0"/>
              </a:rPr>
              <a:t>The ULTIMATE Contact Manager</a:t>
            </a:r>
          </a:p>
        </p:txBody>
      </p:sp>
    </p:spTree>
    <p:extLst>
      <p:ext uri="{BB962C8B-B14F-4D97-AF65-F5344CB8AC3E}">
        <p14:creationId xmlns:p14="http://schemas.microsoft.com/office/powerpoint/2010/main" val="2496469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FDA1D-39AC-6653-EDCA-C59995B7F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53C5C-6824-4652-85CF-3EA79AC9A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What is COPY?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21EF7-D105-037C-4F69-293B6EE1B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1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D2553-D512-3834-46DB-176BB8DE6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0"/>
            <a:ext cx="10515600" cy="2852737"/>
          </a:xfrm>
        </p:spPr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About The Team</a:t>
            </a:r>
          </a:p>
        </p:txBody>
      </p:sp>
    </p:spTree>
    <p:extLst>
      <p:ext uri="{BB962C8B-B14F-4D97-AF65-F5344CB8AC3E}">
        <p14:creationId xmlns:p14="http://schemas.microsoft.com/office/powerpoint/2010/main" val="416219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C36943-3F8C-7A61-584F-B2082B528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BFFB6-E4F9-B2A9-2CD9-5FE46CEB6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Who Are We?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035FD-DAA5-04FF-8C9D-FF185F574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50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B10E7-F461-084B-C1BD-3E5F34E25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C49D7-9976-789F-8F95-AB4F76E3F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0"/>
            <a:ext cx="10515600" cy="2852737"/>
          </a:xfrm>
        </p:spPr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How Did We Make COPY?</a:t>
            </a:r>
          </a:p>
        </p:txBody>
      </p:sp>
    </p:spTree>
    <p:extLst>
      <p:ext uri="{BB962C8B-B14F-4D97-AF65-F5344CB8AC3E}">
        <p14:creationId xmlns:p14="http://schemas.microsoft.com/office/powerpoint/2010/main" val="96475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A1D424-C22B-2C44-6AEF-3D9979B78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C5AD8-FDBA-3D25-1B62-AC583E30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Communications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7CCE0-41D8-6E05-8DC3-A275CF398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45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BB7E67-10CE-BF19-60AF-525EEA94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62365-8BB3-A0CC-2E45-C5EC57643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D681C-3AE2-934A-706B-3FA2F7218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79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DD3C9-9B04-88B2-25AE-B727E79C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EC8E3-DD37-C048-B810-46DC3D7C8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Communications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B30E4-4379-4E6E-8FC2-C4397F825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62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EBB6A-E66B-BD4E-0088-42D876C38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E08D-DD6F-F3C3-FE40-41C8ADF0C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Gantt Chart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8D93534-2100-8146-DBED-F098E5957C8A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2D019-3235-07D4-6EF3-C74BDE516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95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18EBF-0324-65A1-1891-FD201EE8A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5EEA7-50F4-23D9-79DF-5FFA2157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AI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31673-F761-BA1F-9404-F896B3854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25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CEABAB-92F3-572A-D7D1-3EEB939BF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60CE0-F969-1C45-9FDF-A10F0E01E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0"/>
            <a:ext cx="10515600" cy="2852737"/>
          </a:xfrm>
        </p:spPr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How Did The Construction Go?</a:t>
            </a:r>
          </a:p>
        </p:txBody>
      </p:sp>
    </p:spTree>
    <p:extLst>
      <p:ext uri="{BB962C8B-B14F-4D97-AF65-F5344CB8AC3E}">
        <p14:creationId xmlns:p14="http://schemas.microsoft.com/office/powerpoint/2010/main" val="2197280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3D685-8FB9-594F-A5B9-E70772AF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B24F-585A-F29C-F2BB-3E3C8C0B7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Things That </a:t>
            </a:r>
            <a:r>
              <a:rPr lang="en-US" dirty="0">
                <a:solidFill>
                  <a:srgbClr val="00FF00"/>
                </a:solidFill>
                <a:latin typeface="Aptos Display" panose="020B0004020202020204" pitchFamily="34" charset="0"/>
              </a:rPr>
              <a:t>Did</a:t>
            </a:r>
            <a:r>
              <a:rPr lang="en-US" dirty="0">
                <a:latin typeface="Aptos Display" panose="020B0004020202020204" pitchFamily="34" charset="0"/>
              </a:rPr>
              <a:t> Go Well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BB458-4A6D-25B1-BC99-B7CB2AC70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78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09B2DE-93BB-5038-2A32-0A70AA7D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84F4F-C8D0-2B9D-F339-70F4AA0E9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Things That </a:t>
            </a:r>
            <a:r>
              <a:rPr lang="en-US" dirty="0">
                <a:solidFill>
                  <a:srgbClr val="FF0000"/>
                </a:solidFill>
                <a:latin typeface="Aptos Display" panose="020B0004020202020204" pitchFamily="34" charset="0"/>
              </a:rPr>
              <a:t>Did NOT </a:t>
            </a:r>
            <a:r>
              <a:rPr lang="en-US" dirty="0">
                <a:latin typeface="Aptos Display" panose="020B0004020202020204" pitchFamily="34" charset="0"/>
              </a:rPr>
              <a:t>Go Well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07E1A-5882-9A97-C8D0-31CAC899A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80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0FFB1-CCBA-003B-15FB-F6C764603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195F-9246-A1E4-F670-40582D6F3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ERD Chart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668EDC-1A54-BCB1-17DC-DE7213F21018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04BDD-BB8A-8626-CA5B-ABC0DA48F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34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DB2ED-1D9A-2D8D-CDFA-FBDD93F80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3B93-59A5-EFFD-EF21-72C30539C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How Did We Do In Terms of Accessibility?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EF2F3-3066-29A2-AF3E-061F7115D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363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5F5D8F-6482-DC09-F993-D6C79C5A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4A6A-404B-DB9D-149E-6C260D6F7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0"/>
            <a:ext cx="10515600" cy="2852737"/>
          </a:xfrm>
        </p:spPr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Demonstrations</a:t>
            </a:r>
          </a:p>
        </p:txBody>
      </p:sp>
    </p:spTree>
    <p:extLst>
      <p:ext uri="{BB962C8B-B14F-4D97-AF65-F5344CB8AC3E}">
        <p14:creationId xmlns:p14="http://schemas.microsoft.com/office/powerpoint/2010/main" val="3152951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666C6-D614-25CD-9C03-974E214CC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EC20-819F-13F4-4036-1B55835A5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89343"/>
            <a:ext cx="11155680" cy="73072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 Contact Endpoint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167B5-E068-E934-292E-9A0165C6F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46" y="1826504"/>
            <a:ext cx="3733601" cy="274803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b="1"/>
              <a:t>Request Method:</a:t>
            </a:r>
            <a:r>
              <a:rPr lang="en-US"/>
              <a:t> POST</a:t>
            </a:r>
          </a:p>
          <a:p>
            <a:pPr marL="0" indent="0">
              <a:buNone/>
            </a:pPr>
            <a:r>
              <a:rPr lang="en-US" b="1" dirty="0"/>
              <a:t>URL Path:</a:t>
            </a:r>
            <a:r>
              <a:rPr lang="en-US" dirty="0"/>
              <a:t> </a:t>
            </a:r>
            <a:r>
              <a:rPr lang="en-US" dirty="0" err="1"/>
              <a:t>api</a:t>
            </a:r>
            <a:r>
              <a:rPr lang="en-US" dirty="0"/>
              <a:t>/user/</a:t>
            </a:r>
            <a:r>
              <a:rPr lang="en-US" dirty="0" err="1"/>
              <a:t>contacts.php</a:t>
            </a:r>
            <a:endParaRPr lang="en-US" dirty="0"/>
          </a:p>
          <a:p>
            <a:pPr marL="0" indent="0">
              <a:buNone/>
            </a:pPr>
            <a:r>
              <a:rPr lang="en-US" b="1"/>
              <a:t>Purpose:</a:t>
            </a:r>
            <a:r>
              <a:rPr lang="en-US"/>
              <a:t> add a new contact to the authenticated user's contact list</a:t>
            </a:r>
          </a:p>
          <a:p>
            <a:pPr marL="0" indent="0">
              <a:buNone/>
            </a:pPr>
            <a:r>
              <a:rPr lang="en-US" b="1" dirty="0"/>
              <a:t>Request/Response Content-Type:</a:t>
            </a:r>
            <a:r>
              <a:rPr lang="en-US" dirty="0"/>
              <a:t> </a:t>
            </a:r>
            <a:r>
              <a:rPr lang="en-US"/>
              <a:t>application/json</a:t>
            </a:r>
          </a:p>
          <a:p>
            <a:pPr marL="0" indent="0">
              <a:buNone/>
            </a:pPr>
            <a:r>
              <a:rPr lang="en-US" b="1"/>
              <a:t>Authentication:</a:t>
            </a:r>
            <a:r>
              <a:rPr lang="en-US"/>
              <a:t> session cookies</a:t>
            </a:r>
            <a:endParaRPr lang="en-US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903ED4-3676-7397-D2CF-08F6AECCF4DC}"/>
              </a:ext>
            </a:extLst>
          </p:cNvPr>
          <p:cNvSpPr txBox="1">
            <a:spLocks/>
          </p:cNvSpPr>
          <p:nvPr/>
        </p:nvSpPr>
        <p:spPr>
          <a:xfrm>
            <a:off x="4315374" y="1830462"/>
            <a:ext cx="3298174" cy="44006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Example Requests </a:t>
            </a:r>
            <a:endParaRPr lang="en-US" sz="1100">
              <a:latin typeface="Aptos Mono"/>
            </a:endParaRPr>
          </a:p>
          <a:p>
            <a:pPr marL="0" indent="0">
              <a:buNone/>
            </a:pPr>
            <a:r>
              <a:rPr lang="en-US" sz="1400" b="1" dirty="0"/>
              <a:t>Valid Body:</a:t>
            </a:r>
            <a:br>
              <a:rPr lang="en-US" sz="1400" b="1" dirty="0"/>
            </a:br>
            <a:r>
              <a:rPr lang="en-US" sz="1100" dirty="0">
                <a:latin typeface="Aptos Mono"/>
              </a:rPr>
              <a:t>{</a:t>
            </a:r>
            <a:br>
              <a:rPr lang="en-US" sz="1100" dirty="0">
                <a:latin typeface="Aptos Mono"/>
              </a:rPr>
            </a:br>
            <a:r>
              <a:rPr lang="en-US" sz="1100" dirty="0">
                <a:latin typeface="Aptos Mono"/>
              </a:rPr>
              <a:t> "</a:t>
            </a:r>
            <a:r>
              <a:rPr lang="en-US" sz="1100" dirty="0" err="1">
                <a:latin typeface="Aptos Mono"/>
              </a:rPr>
              <a:t>first_name</a:t>
            </a:r>
            <a:r>
              <a:rPr lang="en-US" sz="1100" dirty="0">
                <a:latin typeface="Aptos Mono"/>
              </a:rPr>
              <a:t>": "First",</a:t>
            </a:r>
            <a:br>
              <a:rPr lang="en-US" sz="1100" dirty="0">
                <a:latin typeface="Aptos Mono"/>
              </a:rPr>
            </a:br>
            <a:r>
              <a:rPr lang="en-US" sz="1100" dirty="0">
                <a:latin typeface="Aptos Mono"/>
              </a:rPr>
              <a:t> "</a:t>
            </a:r>
            <a:r>
              <a:rPr lang="en-US" sz="1100" dirty="0" err="1">
                <a:latin typeface="Aptos Mono"/>
              </a:rPr>
              <a:t>last_name</a:t>
            </a:r>
            <a:r>
              <a:rPr lang="en-US" sz="1100" dirty="0">
                <a:latin typeface="Aptos Mono"/>
              </a:rPr>
              <a:t>": "Last",</a:t>
            </a:r>
            <a:br>
              <a:rPr lang="en-US" sz="1100" dirty="0">
                <a:latin typeface="Aptos Mono"/>
              </a:rPr>
            </a:br>
            <a:r>
              <a:rPr lang="en-US" sz="1100" dirty="0">
                <a:latin typeface="Aptos Mono"/>
              </a:rPr>
              <a:t> "email": "first.last@gmail.com",</a:t>
            </a:r>
            <a:br>
              <a:rPr lang="en-US" sz="1100" dirty="0">
                <a:latin typeface="Aptos Mono"/>
              </a:rPr>
            </a:br>
            <a:r>
              <a:rPr lang="en-US" sz="1100" dirty="0">
                <a:latin typeface="Aptos Mono"/>
              </a:rPr>
              <a:t> "phone": "012-345-6789"</a:t>
            </a:r>
            <a:br>
              <a:rPr lang="en-US" sz="1100" dirty="0">
                <a:latin typeface="Aptos Mono"/>
              </a:rPr>
            </a:br>
            <a:r>
              <a:rPr lang="en-US" sz="1100" dirty="0">
                <a:latin typeface="Aptos Mono"/>
              </a:rPr>
              <a:t>}</a:t>
            </a:r>
            <a:endParaRPr lang="en-US" sz="1400" b="1">
              <a:latin typeface="Bierstadt"/>
            </a:endParaRPr>
          </a:p>
          <a:p>
            <a:pPr marL="0" indent="0">
              <a:buNone/>
            </a:pPr>
            <a:br>
              <a:rPr lang="en-US" sz="1400" b="1" dirty="0">
                <a:latin typeface="Bierstadt"/>
              </a:rPr>
            </a:br>
            <a:r>
              <a:rPr lang="en-US" sz="1400" b="1" dirty="0">
                <a:latin typeface="Bierstadt"/>
              </a:rPr>
              <a:t>Invalid Body:</a:t>
            </a:r>
            <a:br>
              <a:rPr lang="en-US" sz="1400" b="1" dirty="0">
                <a:latin typeface="Bierstadt"/>
              </a:rPr>
            </a:br>
            <a:r>
              <a:rPr lang="en-US" sz="1100" dirty="0">
                <a:latin typeface="Aptos Mono"/>
              </a:rPr>
              <a:t>{</a:t>
            </a:r>
            <a:br>
              <a:rPr lang="en-US" sz="1100" dirty="0">
                <a:latin typeface="Aptos Mono"/>
              </a:rPr>
            </a:br>
            <a:r>
              <a:rPr lang="en-US" sz="1100" dirty="0">
                <a:latin typeface="Aptos Mono"/>
              </a:rPr>
              <a:t> "</a:t>
            </a:r>
            <a:r>
              <a:rPr lang="en-US" sz="1100" dirty="0" err="1">
                <a:latin typeface="Aptos Mono"/>
              </a:rPr>
              <a:t>first_name</a:t>
            </a:r>
            <a:r>
              <a:rPr lang="en-US" sz="1100" dirty="0">
                <a:latin typeface="Aptos Mono"/>
              </a:rPr>
              <a:t>": "First",</a:t>
            </a:r>
            <a:br>
              <a:rPr lang="en-US" sz="1100" dirty="0">
                <a:latin typeface="Aptos Mono"/>
              </a:rPr>
            </a:br>
            <a:r>
              <a:rPr lang="en-US" sz="1100" dirty="0">
                <a:latin typeface="Aptos Mono"/>
              </a:rPr>
              <a:t> "</a:t>
            </a:r>
            <a:r>
              <a:rPr lang="en-US" sz="1100" dirty="0" err="1">
                <a:latin typeface="Aptos Mono"/>
              </a:rPr>
              <a:t>last_name</a:t>
            </a:r>
            <a:r>
              <a:rPr lang="en-US" sz="1100" dirty="0">
                <a:latin typeface="Aptos Mono"/>
              </a:rPr>
              <a:t>": "Last",</a:t>
            </a:r>
            <a:br>
              <a:rPr lang="en-US" sz="1100" dirty="0">
                <a:latin typeface="Aptos Mono"/>
              </a:rPr>
            </a:br>
            <a:r>
              <a:rPr lang="en-US" sz="1100" dirty="0">
                <a:latin typeface="Aptos Mono"/>
              </a:rPr>
              <a:t> "email": "NOT A GMAIL!!!",</a:t>
            </a:r>
            <a:br>
              <a:rPr lang="en-US" sz="1100" dirty="0">
                <a:latin typeface="Aptos Mono"/>
              </a:rPr>
            </a:br>
            <a:r>
              <a:rPr lang="en-US" sz="1100" dirty="0">
                <a:latin typeface="Aptos Mono"/>
              </a:rPr>
              <a:t> "phone": "</a:t>
            </a:r>
            <a:r>
              <a:rPr lang="en-US" sz="1100" dirty="0" err="1">
                <a:latin typeface="Aptos Mono"/>
              </a:rPr>
              <a:t>abc</a:t>
            </a:r>
            <a:r>
              <a:rPr lang="en-US" sz="1100" dirty="0">
                <a:latin typeface="Aptos Mono"/>
              </a:rPr>
              <a:t>"</a:t>
            </a:r>
            <a:br>
              <a:rPr lang="en-US" sz="1100" dirty="0">
                <a:latin typeface="Aptos Mono"/>
              </a:rPr>
            </a:br>
            <a:r>
              <a:rPr lang="en-US" sz="1100" dirty="0">
                <a:latin typeface="Aptos Mono"/>
              </a:rPr>
              <a:t>}</a:t>
            </a:r>
            <a:endParaRPr lang="en-US" sz="1400" b="1" dirty="0">
              <a:latin typeface="Bierstadt"/>
            </a:endParaRPr>
          </a:p>
          <a:p>
            <a:pPr marL="0" indent="0">
              <a:buNone/>
            </a:pPr>
            <a:endParaRPr lang="en-US" sz="1100" dirty="0">
              <a:latin typeface="Aptos Mono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12A658-9E46-BB12-F8DB-BE30B9E5C3EA}"/>
              </a:ext>
            </a:extLst>
          </p:cNvPr>
          <p:cNvSpPr/>
          <p:nvPr/>
        </p:nvSpPr>
        <p:spPr>
          <a:xfrm>
            <a:off x="8124702" y="1830780"/>
            <a:ext cx="23038" cy="478971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D79F3F2-2714-6A0D-B462-7BA510328E5D}"/>
              </a:ext>
            </a:extLst>
          </p:cNvPr>
          <p:cNvSpPr txBox="1">
            <a:spLocks/>
          </p:cNvSpPr>
          <p:nvPr/>
        </p:nvSpPr>
        <p:spPr>
          <a:xfrm>
            <a:off x="8352983" y="1830462"/>
            <a:ext cx="3763290" cy="44006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Example Responses </a:t>
            </a:r>
            <a:endParaRPr lang="en-US" dirty="0"/>
          </a:p>
          <a:p>
            <a:pPr marL="0" indent="0">
              <a:buNone/>
            </a:pPr>
            <a:r>
              <a:rPr lang="en-US" sz="1400" b="1" dirty="0"/>
              <a:t>Success:</a:t>
            </a:r>
            <a:br>
              <a:rPr lang="en-US" sz="1400" b="1" dirty="0"/>
            </a:br>
            <a:r>
              <a:rPr lang="en-US" sz="1100" dirty="0">
                <a:latin typeface="Aptos Mono"/>
              </a:rPr>
              <a:t>{</a:t>
            </a:r>
            <a:br>
              <a:rPr lang="en-US" sz="1100" dirty="0">
                <a:latin typeface="Aptos Mono"/>
              </a:rPr>
            </a:br>
            <a:r>
              <a:rPr lang="en-US" sz="1100" dirty="0">
                <a:latin typeface="Aptos Mono"/>
              </a:rPr>
              <a:t> "success": true,</a:t>
            </a:r>
            <a:br>
              <a:rPr lang="en-US" sz="1100" dirty="0">
                <a:latin typeface="Aptos Mono"/>
              </a:rPr>
            </a:br>
            <a:r>
              <a:rPr lang="en-US" sz="1100">
                <a:latin typeface="Aptos Mono"/>
              </a:rPr>
              <a:t> "message": "Successfully added contact"</a:t>
            </a:r>
            <a:br>
              <a:rPr lang="en-US" sz="1100" dirty="0">
                <a:latin typeface="Aptos Mono"/>
              </a:rPr>
            </a:br>
            <a:r>
              <a:rPr lang="en-US" sz="1100" dirty="0">
                <a:latin typeface="Aptos Mono"/>
              </a:rPr>
              <a:t>}</a:t>
            </a:r>
            <a:endParaRPr lang="en-US" sz="1100">
              <a:latin typeface="Aptos Mono"/>
            </a:endParaRPr>
          </a:p>
          <a:p>
            <a:pPr marL="0" indent="0">
              <a:buNone/>
            </a:pPr>
            <a:br>
              <a:rPr lang="en-US" sz="1400" b="1" dirty="0"/>
            </a:br>
            <a:r>
              <a:rPr lang="en-US" sz="1400" b="1"/>
              <a:t>Error:</a:t>
            </a:r>
            <a:br>
              <a:rPr lang="en-US" sz="1400" dirty="0"/>
            </a:br>
            <a:r>
              <a:rPr lang="en-US" sz="1100">
                <a:latin typeface="Aptos Mono"/>
              </a:rPr>
              <a:t>{</a:t>
            </a:r>
            <a:br>
              <a:rPr lang="en-US" sz="1100" dirty="0">
                <a:latin typeface="Aptos Mono"/>
              </a:rPr>
            </a:br>
            <a:r>
              <a:rPr lang="en-US" sz="1100">
                <a:latin typeface="Aptos Mono"/>
              </a:rPr>
              <a:t> "success": false,</a:t>
            </a:r>
            <a:br>
              <a:rPr lang="en-US" sz="1100" dirty="0">
                <a:latin typeface="Aptos Mono"/>
              </a:rPr>
            </a:br>
            <a:r>
              <a:rPr lang="en-US" sz="1100">
                <a:latin typeface="Aptos Mono"/>
              </a:rPr>
              <a:t> "error": "%error-message%"</a:t>
            </a:r>
            <a:br>
              <a:rPr lang="en-US" sz="1100" dirty="0">
                <a:latin typeface="Aptos Mono"/>
              </a:rPr>
            </a:br>
            <a:r>
              <a:rPr lang="en-US" sz="1100" dirty="0">
                <a:latin typeface="Aptos Mono"/>
              </a:rPr>
              <a:t>}</a:t>
            </a:r>
            <a:endParaRPr lang="en-US"/>
          </a:p>
          <a:p>
            <a:pPr marL="0" indent="0">
              <a:buNone/>
            </a:pPr>
            <a:br>
              <a:rPr lang="en-US" sz="1400" b="1" dirty="0"/>
            </a:br>
            <a:r>
              <a:rPr lang="en-US" sz="1400" b="1"/>
              <a:t>HTTP Response Codes:</a:t>
            </a:r>
            <a:br>
              <a:rPr lang="en-US" sz="1400" dirty="0"/>
            </a:br>
            <a:r>
              <a:rPr lang="en-US" sz="1400" dirty="0"/>
              <a:t>200 – OK</a:t>
            </a:r>
            <a:br>
              <a:rPr lang="en-US" sz="1400" dirty="0"/>
            </a:br>
            <a:r>
              <a:rPr lang="en-US" sz="1400" dirty="0"/>
              <a:t>400 – Invalid Input</a:t>
            </a:r>
            <a:br>
              <a:rPr lang="en-US" sz="1400" dirty="0"/>
            </a:br>
            <a:r>
              <a:rPr lang="en-US" sz="1400" dirty="0"/>
              <a:t>401 – Invalid Session</a:t>
            </a:r>
            <a:br>
              <a:rPr lang="en-US" sz="1400" dirty="0"/>
            </a:br>
            <a:r>
              <a:rPr lang="en-US" sz="1400"/>
              <a:t>500 – Internal Server Error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31B07E-6066-3A86-78F8-3B269E39BD92}"/>
              </a:ext>
            </a:extLst>
          </p:cNvPr>
          <p:cNvSpPr/>
          <p:nvPr/>
        </p:nvSpPr>
        <p:spPr>
          <a:xfrm>
            <a:off x="4087091" y="1830780"/>
            <a:ext cx="23038" cy="478971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29419D-B1E1-143F-372E-A95FA2DF22A3}"/>
              </a:ext>
            </a:extLst>
          </p:cNvPr>
          <p:cNvSpPr txBox="1"/>
          <p:nvPr/>
        </p:nvSpPr>
        <p:spPr>
          <a:xfrm>
            <a:off x="-3269" y="4394305"/>
            <a:ext cx="4084662" cy="27084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 b="1" u="sng" dirty="0">
                <a:solidFill>
                  <a:srgbClr val="C00000"/>
                </a:solidFill>
              </a:rPr>
              <a:t>Editor's Note:</a:t>
            </a:r>
            <a:r>
              <a:rPr lang="en-US" sz="1700" b="1" dirty="0">
                <a:solidFill>
                  <a:srgbClr val="C00000"/>
                </a:solidFill>
              </a:rPr>
              <a:t> </a:t>
            </a:r>
            <a:r>
              <a:rPr lang="en-US" sz="1700" dirty="0">
                <a:solidFill>
                  <a:srgbClr val="C00000"/>
                </a:solidFill>
              </a:rPr>
              <a:t>anyone editing the slides can do whatever to this slide, even remove it if it doesn't fit with the design plan they have for most of the slides</a:t>
            </a:r>
          </a:p>
          <a:p>
            <a:endParaRPr lang="en-US" sz="1700" dirty="0">
              <a:solidFill>
                <a:srgbClr val="C00000"/>
              </a:solidFill>
            </a:endParaRPr>
          </a:p>
          <a:p>
            <a:r>
              <a:rPr lang="en-US" sz="1700" b="1" u="sng" dirty="0">
                <a:solidFill>
                  <a:srgbClr val="C00000"/>
                </a:solidFill>
              </a:rPr>
              <a:t>Editor's Note 2:</a:t>
            </a:r>
            <a:r>
              <a:rPr lang="en-US" sz="1700" b="1" dirty="0">
                <a:solidFill>
                  <a:srgbClr val="C00000"/>
                </a:solidFill>
              </a:rPr>
              <a:t> </a:t>
            </a:r>
            <a:r>
              <a:rPr lang="en-US" sz="1700" dirty="0">
                <a:solidFill>
                  <a:srgbClr val="C00000"/>
                </a:solidFill>
              </a:rPr>
              <a:t>I just realized that </a:t>
            </a:r>
            <a:r>
              <a:rPr lang="en-US" sz="1700" dirty="0" err="1">
                <a:solidFill>
                  <a:srgbClr val="C00000"/>
                </a:solidFill>
              </a:rPr>
              <a:t>powerpoint</a:t>
            </a:r>
            <a:r>
              <a:rPr lang="en-US" sz="1700" dirty="0">
                <a:solidFill>
                  <a:srgbClr val="C00000"/>
                </a:solidFill>
              </a:rPr>
              <a:t> rubric doesn't mention anything about specifically going over the API's endpoints so this might not be necessary</a:t>
            </a:r>
          </a:p>
        </p:txBody>
      </p:sp>
    </p:spTree>
    <p:extLst>
      <p:ext uri="{BB962C8B-B14F-4D97-AF65-F5344CB8AC3E}">
        <p14:creationId xmlns:p14="http://schemas.microsoft.com/office/powerpoint/2010/main" val="283864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3F86B-EF89-263D-A897-946606426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C9301-6BA1-6CE6-88F2-F7F2E6D4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API Demonstration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CBF89-E965-B773-143C-8AF7051FD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89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BD84E-7F45-18EE-65FE-0FA441047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2FBD8-6505-B84A-A0F9-6FC59978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Website Demonstration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BF8-C41D-804B-D76F-3DD769643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ADD GIF HERE</a:t>
            </a:r>
          </a:p>
        </p:txBody>
      </p:sp>
    </p:spTree>
    <p:extLst>
      <p:ext uri="{BB962C8B-B14F-4D97-AF65-F5344CB8AC3E}">
        <p14:creationId xmlns:p14="http://schemas.microsoft.com/office/powerpoint/2010/main" val="131116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55977-E5CC-B516-51FB-7B407BE04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91085-5A15-2986-E6B8-D76AFFD44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Assumptions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AB86E-EAB9-5C25-2B9B-64C04E707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43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5FD20-19F2-F595-B04D-08EFCD539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8800-0A23-8CB2-70FB-4DC02B0A8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0"/>
            <a:ext cx="10515600" cy="2852737"/>
          </a:xfrm>
        </p:spPr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363966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F3F0F-B311-4402-FF94-53229AB97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E2FE9-43B7-C65D-DF4D-DAB243B09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Images Used in This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78D54-BD97-2D78-ADFE-4E61D6DD7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63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72FFF7-808B-3EF9-A642-F004675CB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9D109-9B88-997B-64C8-28F60005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0"/>
            <a:ext cx="10515600" cy="2852737"/>
          </a:xfrm>
        </p:spPr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58874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</TotalTime>
  <Words>376</Words>
  <Application>Microsoft Office PowerPoint</Application>
  <PresentationFormat>Widescreen</PresentationFormat>
  <Paragraphs>51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 Display</vt:lpstr>
      <vt:lpstr>Aptos Mono</vt:lpstr>
      <vt:lpstr>Arial</vt:lpstr>
      <vt:lpstr>Bierstadt</vt:lpstr>
      <vt:lpstr>Calibri</vt:lpstr>
      <vt:lpstr>Calibri Light</vt:lpstr>
      <vt:lpstr>Office 2013 - 2022 Theme</vt:lpstr>
      <vt:lpstr>COPY  The ULTIMATE Contact Manager</vt:lpstr>
      <vt:lpstr>What is COPY?</vt:lpstr>
      <vt:lpstr>About The Team</vt:lpstr>
      <vt:lpstr>Who Are We?</vt:lpstr>
      <vt:lpstr>How Did We Make COPY?</vt:lpstr>
      <vt:lpstr>Communications Methods</vt:lpstr>
      <vt:lpstr>Version Control</vt:lpstr>
      <vt:lpstr>Communications Methods</vt:lpstr>
      <vt:lpstr>Gantt Chart</vt:lpstr>
      <vt:lpstr>AI Usage</vt:lpstr>
      <vt:lpstr>How Did The Construction Go?</vt:lpstr>
      <vt:lpstr>Things That Did Go Well</vt:lpstr>
      <vt:lpstr>Things That Did NOT Go Well</vt:lpstr>
      <vt:lpstr>ERD Chart</vt:lpstr>
      <vt:lpstr>How Did We Do In Terms of Accessibility?</vt:lpstr>
      <vt:lpstr>Demonstrations</vt:lpstr>
      <vt:lpstr>Add Contact Endpoint</vt:lpstr>
      <vt:lpstr>API Demonstration</vt:lpstr>
      <vt:lpstr>Website Demonstration</vt:lpstr>
      <vt:lpstr>Assumptions and Limitations</vt:lpstr>
      <vt:lpstr>Any Questions?</vt:lpstr>
      <vt:lpstr>Images Used in This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Betinsky</dc:creator>
  <cp:lastModifiedBy>Adam Betinsky</cp:lastModifiedBy>
  <cp:revision>281</cp:revision>
  <dcterms:created xsi:type="dcterms:W3CDTF">2026-02-10T01:54:55Z</dcterms:created>
  <dcterms:modified xsi:type="dcterms:W3CDTF">2026-02-17T01:41:28Z</dcterms:modified>
</cp:coreProperties>
</file>